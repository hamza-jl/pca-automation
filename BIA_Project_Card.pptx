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5"/>
    <p:sldMasterId id="2147483675" r:id="rId6"/>
  </p:sldMasterIdLst>
  <p:notesMasterIdLst>
    <p:notesMasterId r:id="rId7"/>
  </p:notesMasterIdLst>
  <p:sldIdLst>
    <p:sldId id="256" r:id="rId8"/>
    <p:sldId id="257" r:id="rId9"/>
    <p:sldId id="259" r:id="rId33"/>
    <p:sldId id="258" r:id="rId10"/>
  </p:sldIdLst>
  <p:sldSz cy="5143500" cx="9144000"/>
  <p:notesSz cx="6858000" cy="9144000"/>
  <p:embeddedFontLst>
    <p:embeddedFont>
      <p:font typeface="Montserrat SemiBold"/>
      <p:regular r:id="rId11"/>
      <p:bold r:id="rId12"/>
      <p:italic r:id="rId13"/>
      <p:boldItalic r:id="rId14"/>
    </p:embeddedFont>
    <p:embeddedFont>
      <p:font typeface="Montserrat"/>
      <p:regular r:id="rId15"/>
      <p:bold r:id="rId16"/>
      <p:italic r:id="rId17"/>
      <p:boldItalic r:id="rId18"/>
    </p:embeddedFont>
    <p:embeddedFont>
      <p:font typeface="Montserrat Medium"/>
      <p:regular r:id="rId19"/>
      <p:bold r:id="rId20"/>
      <p:italic r:id="rId21"/>
      <p:boldItalic r:id="rId22"/>
    </p:embeddedFont>
    <p:embeddedFont>
      <p:font typeface="Montserrat Light"/>
      <p:regular r:id="rId23"/>
      <p:bold r:id="rId24"/>
      <p:italic r:id="rId25"/>
      <p:boldItalic r:id="rId26"/>
    </p:embeddedFont>
    <p:embeddedFont>
      <p:font typeface="Tajawal Medium"/>
      <p:regular r:id="rId27"/>
      <p:bold r:id="rId28"/>
    </p:embeddedFont>
    <p:embeddedFont>
      <p:font typeface="Tajawal"/>
      <p:regular r:id="rId29"/>
      <p:bold r:id="rId30"/>
    </p:embeddedFont>
    <p:embeddedFont>
      <p:font typeface="Lexen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862904-571B-4799-8D59-67C382F8EC96}">
  <a:tblStyle styleId="{A4862904-571B-4799-8D59-67C382F8EC9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font" Target="fonts/MontserratSemiBold-regular.fntdata"/><Relationship Id="rId12" Type="http://schemas.openxmlformats.org/officeDocument/2006/relationships/font" Target="fonts/MontserratSemiBold-bold.fntdata"/><Relationship Id="rId13" Type="http://schemas.openxmlformats.org/officeDocument/2006/relationships/font" Target="fonts/MontserratSemiBold-italic.fntdata"/><Relationship Id="rId14" Type="http://schemas.openxmlformats.org/officeDocument/2006/relationships/font" Target="fonts/MontserratSemiBold-boldItalic.fntdata"/><Relationship Id="rId15" Type="http://schemas.openxmlformats.org/officeDocument/2006/relationships/font" Target="fonts/Montserrat-regular.fntdata"/><Relationship Id="rId16" Type="http://schemas.openxmlformats.org/officeDocument/2006/relationships/font" Target="fonts/Montserrat-bold.fntdata"/><Relationship Id="rId17" Type="http://schemas.openxmlformats.org/officeDocument/2006/relationships/font" Target="fonts/Montserrat-italic.fntdata"/><Relationship Id="rId18" Type="http://schemas.openxmlformats.org/officeDocument/2006/relationships/font" Target="fonts/Montserrat-boldItalic.fntdata"/><Relationship Id="rId19" Type="http://schemas.openxmlformats.org/officeDocument/2006/relationships/font" Target="fonts/MontserratMedium-regular.fntdata"/><Relationship Id="rId20" Type="http://schemas.openxmlformats.org/officeDocument/2006/relationships/font" Target="fonts/MontserratMedium-bold.fntdata"/><Relationship Id="rId21" Type="http://schemas.openxmlformats.org/officeDocument/2006/relationships/font" Target="fonts/MontserratMedium-italic.fntdata"/><Relationship Id="rId22" Type="http://schemas.openxmlformats.org/officeDocument/2006/relationships/font" Target="fonts/MontserratMedium-boldItalic.fntdata"/><Relationship Id="rId23" Type="http://schemas.openxmlformats.org/officeDocument/2006/relationships/font" Target="fonts/MontserratLight-regular.fntdata"/><Relationship Id="rId24" Type="http://schemas.openxmlformats.org/officeDocument/2006/relationships/font" Target="fonts/MontserratLight-bold.fntdata"/><Relationship Id="rId25" Type="http://schemas.openxmlformats.org/officeDocument/2006/relationships/font" Target="fonts/MontserratLight-italic.fntdata"/><Relationship Id="rId26" Type="http://schemas.openxmlformats.org/officeDocument/2006/relationships/font" Target="fonts/MontserratLight-boldItalic.fntdata"/><Relationship Id="rId27" Type="http://schemas.openxmlformats.org/officeDocument/2006/relationships/font" Target="fonts/TajawalMedium-regular.fntdata"/><Relationship Id="rId28" Type="http://schemas.openxmlformats.org/officeDocument/2006/relationships/font" Target="fonts/TajawalMedium-bold.fntdata"/><Relationship Id="rId29" Type="http://schemas.openxmlformats.org/officeDocument/2006/relationships/font" Target="fonts/Tajawal-regular.fntdata"/><Relationship Id="rId30" Type="http://schemas.openxmlformats.org/officeDocument/2006/relationships/font" Target="fonts/Tajawal-bold.fntdata"/><Relationship Id="rId31" Type="http://schemas.openxmlformats.org/officeDocument/2006/relationships/font" Target="fonts/Lexend-regular.fntdata"/><Relationship Id="rId32" Type="http://schemas.openxmlformats.org/officeDocument/2006/relationships/font" Target="fonts/Lexend-bold.fntdata"/><Relationship Id="rId33"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4f5aa0759_5_18: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4f5aa0759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sz="1000">
                <a:solidFill>
                  <a:srgbClr val="F8485E"/>
                </a:solidFill>
                <a:latin typeface="Montserrat"/>
                <a:ea typeface="Montserrat"/>
                <a:cs typeface="Montserrat"/>
                <a:sym typeface="Montserrat"/>
              </a:rPr>
              <a:t>Slide 1: Tech is Our DNA</a:t>
            </a:r>
            <a:endParaRPr sz="1000">
              <a:solidFill>
                <a:srgbClr val="3C3C3A"/>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1000">
                <a:solidFill>
                  <a:srgbClr val="3C3C3A"/>
                </a:solidFill>
                <a:latin typeface="Montserrat"/>
                <a:ea typeface="Montserrat"/>
                <a:cs typeface="Montserrat"/>
                <a:sym typeface="Montserrat"/>
              </a:rPr>
              <a:t>Tech innovation, it's in our DNA. It's been at the heart of everything we do for 30 years. And today, it's a real advantage in the market, because let's face it, every single organisation out there needs tech to support its core business.</a:t>
            </a:r>
            <a:endParaRPr sz="1000">
              <a:solidFill>
                <a:srgbClr val="3C3C3A"/>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1000">
                <a:solidFill>
                  <a:srgbClr val="3C3C3A"/>
                </a:solidFill>
                <a:latin typeface="Montserrat"/>
                <a:ea typeface="Montserrat"/>
                <a:cs typeface="Montserrat"/>
                <a:sym typeface="Montserrat"/>
              </a:rPr>
              <a:t>Now, we see a lot of organisations are facing </a:t>
            </a:r>
            <a:r>
              <a:rPr b="1" lang="en-GB" sz="1000">
                <a:solidFill>
                  <a:srgbClr val="3C3C3A"/>
                </a:solidFill>
                <a:latin typeface="Montserrat"/>
                <a:ea typeface="Montserrat"/>
                <a:cs typeface="Montserrat"/>
                <a:sym typeface="Montserrat"/>
              </a:rPr>
              <a:t>two big challenges</a:t>
            </a:r>
            <a:r>
              <a:rPr lang="en-GB" sz="1000">
                <a:solidFill>
                  <a:srgbClr val="3C3C3A"/>
                </a:solidFill>
                <a:latin typeface="Montserrat"/>
                <a:ea typeface="Montserrat"/>
                <a:cs typeface="Montserrat"/>
                <a:sym typeface="Montserrat"/>
              </a:rPr>
              <a:t>: one is about tech, and the other is about people.</a:t>
            </a:r>
            <a:endParaRPr sz="1000">
              <a:solidFill>
                <a:srgbClr val="3C3C3A"/>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1000">
                <a:solidFill>
                  <a:srgbClr val="3C3C3A"/>
                </a:solidFill>
                <a:latin typeface="Montserrat"/>
                <a:ea typeface="Montserrat"/>
                <a:cs typeface="Montserrat"/>
                <a:sym typeface="Montserrat"/>
              </a:rPr>
              <a:t>The</a:t>
            </a:r>
            <a:r>
              <a:rPr b="1" lang="en-GB" sz="1000">
                <a:solidFill>
                  <a:srgbClr val="3C3C3A"/>
                </a:solidFill>
                <a:latin typeface="Montserrat"/>
                <a:ea typeface="Montserrat"/>
                <a:cs typeface="Montserrat"/>
                <a:sym typeface="Montserrat"/>
              </a:rPr>
              <a:t> first challenge is staying innovative</a:t>
            </a:r>
            <a:r>
              <a:rPr lang="en-GB" sz="1000">
                <a:solidFill>
                  <a:srgbClr val="3C3C3A"/>
                </a:solidFill>
                <a:latin typeface="Montserrat"/>
                <a:ea typeface="Montserrat"/>
                <a:cs typeface="Montserrat"/>
                <a:sym typeface="Montserrat"/>
              </a:rPr>
              <a:t>. You have to keep up with the new technology, but at the same time, the main part of your workloads has to move away from your old legacy IT systems.</a:t>
            </a:r>
            <a:endParaRPr sz="1000">
              <a:solidFill>
                <a:srgbClr val="3C3C3A"/>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1000">
                <a:solidFill>
                  <a:srgbClr val="3C3C3A"/>
                </a:solidFill>
                <a:latin typeface="Montserrat"/>
                <a:ea typeface="Montserrat"/>
                <a:cs typeface="Montserrat"/>
                <a:sym typeface="Montserrat"/>
              </a:rPr>
              <a:t>At Devoteam, our strength is that we have always transformed ourselves to be the </a:t>
            </a:r>
            <a:r>
              <a:rPr b="1" lang="en-GB" sz="1000">
                <a:solidFill>
                  <a:srgbClr val="3C3C3A"/>
                </a:solidFill>
                <a:latin typeface="Montserrat"/>
                <a:ea typeface="Montserrat"/>
                <a:cs typeface="Montserrat"/>
                <a:sym typeface="Montserrat"/>
              </a:rPr>
              <a:t>experts of every new tech wave</a:t>
            </a:r>
            <a:r>
              <a:rPr lang="en-GB" sz="1000">
                <a:solidFill>
                  <a:srgbClr val="3C3C3A"/>
                </a:solidFill>
                <a:latin typeface="Montserrat"/>
                <a:ea typeface="Montserrat"/>
                <a:cs typeface="Montserrat"/>
                <a:sym typeface="Montserrat"/>
              </a:rPr>
              <a:t>. That's what we did with the internet, what we did with the cloud, and what we are now doing with AI. We think this latest AI wave is something special. It's finally going to help you break free from those old systems and get your people on board.</a:t>
            </a:r>
            <a:endParaRPr sz="1000">
              <a:solidFill>
                <a:srgbClr val="3C3C3A"/>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GB" sz="1000">
                <a:solidFill>
                  <a:srgbClr val="3C3C3A"/>
                </a:solidFill>
                <a:latin typeface="Montserrat"/>
                <a:ea typeface="Montserrat"/>
                <a:cs typeface="Montserrat"/>
                <a:sym typeface="Montserrat"/>
              </a:rPr>
              <a:t>There is also a </a:t>
            </a:r>
            <a:r>
              <a:rPr b="1" lang="en-GB" sz="1000">
                <a:solidFill>
                  <a:srgbClr val="3C3C3A"/>
                </a:solidFill>
                <a:latin typeface="Montserrat"/>
                <a:ea typeface="Montserrat"/>
                <a:cs typeface="Montserrat"/>
                <a:sym typeface="Montserrat"/>
              </a:rPr>
              <a:t>second challenge. </a:t>
            </a:r>
            <a:r>
              <a:rPr lang="en-GB" sz="1000">
                <a:solidFill>
                  <a:srgbClr val="3C3C3A"/>
                </a:solidFill>
                <a:latin typeface="Montserrat"/>
                <a:ea typeface="Montserrat"/>
                <a:cs typeface="Montserrat"/>
                <a:sym typeface="Montserrat"/>
              </a:rPr>
              <a:t>It is getting everyone in your organisation to embrace the transformation. That's where our vision, 'Tech for People,' comes in because we believe tech should empower people. And when it does, adoption will come easily. </a:t>
            </a:r>
            <a:endParaRPr sz="1000">
              <a:solidFill>
                <a:srgbClr val="3C3C3A"/>
              </a:solidFill>
              <a:latin typeface="Montserrat"/>
              <a:ea typeface="Montserrat"/>
              <a:cs typeface="Montserrat"/>
              <a:sym typeface="Montserrat"/>
            </a:endParaRPr>
          </a:p>
          <a:p>
            <a:pPr indent="0" lvl="0" marL="0" rtl="0" algn="l">
              <a:lnSpc>
                <a:spcPct val="115000"/>
              </a:lnSpc>
              <a:spcBef>
                <a:spcPts val="1200"/>
              </a:spcBef>
              <a:spcAft>
                <a:spcPts val="1200"/>
              </a:spcAft>
              <a:buClr>
                <a:schemeClr val="dk1"/>
              </a:buClr>
              <a:buSzPts val="1100"/>
              <a:buFont typeface="Arial"/>
              <a:buNone/>
            </a:pPr>
            <a:r>
              <a:rPr lang="en-GB" sz="1000">
                <a:solidFill>
                  <a:srgbClr val="3C3C3A"/>
                </a:solidFill>
                <a:latin typeface="Montserrat"/>
                <a:ea typeface="Montserrat"/>
                <a:cs typeface="Montserrat"/>
                <a:sym typeface="Montserrat"/>
              </a:rPr>
              <a:t>So, to recap: at Devoteam, we are all about embracing the latest technology waves. We did it before, and we're doing it again with AI. This AI wave is going to be a game-changer, helping you move away from those legacy systems and get your people excited.</a:t>
            </a:r>
            <a:endParaRPr sz="1400">
              <a:solidFill>
                <a:srgbClr val="F8485E"/>
              </a:solidFill>
              <a:latin typeface="Montserrat SemiBold"/>
              <a:ea typeface="Montserrat SemiBold"/>
              <a:cs typeface="Montserrat SemiBold"/>
              <a:sym typeface="Montserrat SemiBo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4f462033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4f462033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u="sng">
                <a:solidFill>
                  <a:schemeClr val="hlink"/>
                </a:solidFill>
                <a:hlinkClick/>
              </a:rPr>
              <a:t>link to icons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Accelerator</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Strategic domain</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rgbClr val="3C3C3A"/>
                </a:solidFill>
              </a:rPr>
              <a:t>Devoteam entity</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Client size (#employees / #countries...) or project size (users / VMs etc)</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Year of the project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4f4620339_0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d4f4620339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29_1">
    <p:spTree>
      <p:nvGrpSpPr>
        <p:cNvPr id="50" name="Shape 50"/>
        <p:cNvGrpSpPr/>
        <p:nvPr/>
      </p:nvGrpSpPr>
      <p:grpSpPr>
        <a:xfrm>
          <a:off x="0" y="0"/>
          <a:ext cx="0" cy="0"/>
          <a:chOff x="0" y="0"/>
          <a:chExt cx="0" cy="0"/>
        </a:xfrm>
      </p:grpSpPr>
      <p:cxnSp>
        <p:nvCxnSpPr>
          <p:cNvPr id="51" name="Google Shape;51;p13"/>
          <p:cNvCxnSpPr/>
          <p:nvPr/>
        </p:nvCxnSpPr>
        <p:spPr>
          <a:xfrm>
            <a:off x="3150000" y="561975"/>
            <a:ext cx="0" cy="4038600"/>
          </a:xfrm>
          <a:prstGeom prst="straightConnector1">
            <a:avLst/>
          </a:prstGeom>
          <a:noFill/>
          <a:ln cap="flat" cmpd="sng" w="9525">
            <a:solidFill>
              <a:srgbClr val="3C3C3A"/>
            </a:solidFill>
            <a:prstDash val="solid"/>
            <a:round/>
            <a:headEnd len="med" w="med" type="none"/>
            <a:tailEnd len="med" w="med" type="none"/>
          </a:ln>
        </p:spPr>
      </p:cxnSp>
      <p:sp>
        <p:nvSpPr>
          <p:cNvPr id="52" name="Google Shape;52;p13"/>
          <p:cNvSpPr txBox="1"/>
          <p:nvPr>
            <p:ph idx="1" type="subTitle"/>
          </p:nvPr>
        </p:nvSpPr>
        <p:spPr>
          <a:xfrm>
            <a:off x="3541250" y="544100"/>
            <a:ext cx="4882500" cy="210600"/>
          </a:xfrm>
          <a:prstGeom prst="rect">
            <a:avLst/>
          </a:prstGeom>
        </p:spPr>
        <p:txBody>
          <a:bodyPr anchorCtr="0" anchor="t" bIns="0" lIns="0" spcFirstLastPara="1" rIns="0" wrap="square" tIns="0">
            <a:normAutofit/>
          </a:bodyPr>
          <a:lstStyle>
            <a:lvl1pPr lvl="0">
              <a:spcBef>
                <a:spcPts val="0"/>
              </a:spcBef>
              <a:spcAft>
                <a:spcPts val="0"/>
              </a:spcAft>
              <a:buClr>
                <a:srgbClr val="F8485E"/>
              </a:buClr>
              <a:buSzPts val="1000"/>
              <a:buNone/>
              <a:defRPr b="1" sz="1000">
                <a:solidFill>
                  <a:srgbClr val="F8485E"/>
                </a:solidFill>
              </a:defRPr>
            </a:lvl1pPr>
            <a:lvl2pPr lvl="1">
              <a:spcBef>
                <a:spcPts val="0"/>
              </a:spcBef>
              <a:spcAft>
                <a:spcPts val="0"/>
              </a:spcAft>
              <a:buClr>
                <a:srgbClr val="F8485E"/>
              </a:buClr>
              <a:buSzPts val="1000"/>
              <a:buNone/>
              <a:defRPr sz="1000">
                <a:solidFill>
                  <a:srgbClr val="F8485E"/>
                </a:solidFill>
              </a:defRPr>
            </a:lvl2pPr>
            <a:lvl3pPr lvl="2">
              <a:spcBef>
                <a:spcPts val="0"/>
              </a:spcBef>
              <a:spcAft>
                <a:spcPts val="0"/>
              </a:spcAft>
              <a:buClr>
                <a:srgbClr val="F8485E"/>
              </a:buClr>
              <a:buSzPts val="1000"/>
              <a:buNone/>
              <a:defRPr sz="1000">
                <a:solidFill>
                  <a:srgbClr val="F8485E"/>
                </a:solidFill>
              </a:defRPr>
            </a:lvl3pPr>
            <a:lvl4pPr lvl="3">
              <a:spcBef>
                <a:spcPts val="0"/>
              </a:spcBef>
              <a:spcAft>
                <a:spcPts val="0"/>
              </a:spcAft>
              <a:buClr>
                <a:srgbClr val="F8485E"/>
              </a:buClr>
              <a:buSzPts val="1000"/>
              <a:buNone/>
              <a:defRPr sz="1000">
                <a:solidFill>
                  <a:srgbClr val="F8485E"/>
                </a:solidFill>
              </a:defRPr>
            </a:lvl4pPr>
            <a:lvl5pPr lvl="4">
              <a:spcBef>
                <a:spcPts val="0"/>
              </a:spcBef>
              <a:spcAft>
                <a:spcPts val="0"/>
              </a:spcAft>
              <a:buClr>
                <a:srgbClr val="F8485E"/>
              </a:buClr>
              <a:buSzPts val="1000"/>
              <a:buNone/>
              <a:defRPr sz="1000">
                <a:solidFill>
                  <a:srgbClr val="F8485E"/>
                </a:solidFill>
              </a:defRPr>
            </a:lvl5pPr>
            <a:lvl6pPr lvl="5">
              <a:spcBef>
                <a:spcPts val="0"/>
              </a:spcBef>
              <a:spcAft>
                <a:spcPts val="0"/>
              </a:spcAft>
              <a:buClr>
                <a:srgbClr val="F8485E"/>
              </a:buClr>
              <a:buSzPts val="1000"/>
              <a:buNone/>
              <a:defRPr sz="1000">
                <a:solidFill>
                  <a:srgbClr val="F8485E"/>
                </a:solidFill>
              </a:defRPr>
            </a:lvl6pPr>
            <a:lvl7pPr lvl="6">
              <a:spcBef>
                <a:spcPts val="0"/>
              </a:spcBef>
              <a:spcAft>
                <a:spcPts val="0"/>
              </a:spcAft>
              <a:buClr>
                <a:srgbClr val="F8485E"/>
              </a:buClr>
              <a:buSzPts val="1000"/>
              <a:buNone/>
              <a:defRPr sz="1000">
                <a:solidFill>
                  <a:srgbClr val="F8485E"/>
                </a:solidFill>
              </a:defRPr>
            </a:lvl7pPr>
            <a:lvl8pPr lvl="7">
              <a:spcBef>
                <a:spcPts val="0"/>
              </a:spcBef>
              <a:spcAft>
                <a:spcPts val="0"/>
              </a:spcAft>
              <a:buClr>
                <a:srgbClr val="F8485E"/>
              </a:buClr>
              <a:buSzPts val="1000"/>
              <a:buNone/>
              <a:defRPr sz="1000">
                <a:solidFill>
                  <a:srgbClr val="F8485E"/>
                </a:solidFill>
              </a:defRPr>
            </a:lvl8pPr>
            <a:lvl9pPr lvl="8">
              <a:spcBef>
                <a:spcPts val="0"/>
              </a:spcBef>
              <a:spcAft>
                <a:spcPts val="0"/>
              </a:spcAft>
              <a:buClr>
                <a:srgbClr val="F8485E"/>
              </a:buClr>
              <a:buSzPts val="1000"/>
              <a:buNone/>
              <a:defRPr sz="1000">
                <a:solidFill>
                  <a:srgbClr val="F8485E"/>
                </a:solidFill>
              </a:defRPr>
            </a:lvl9pPr>
          </a:lstStyle>
          <a:p/>
        </p:txBody>
      </p:sp>
      <p:sp>
        <p:nvSpPr>
          <p:cNvPr id="53" name="Google Shape;53;p13"/>
          <p:cNvSpPr txBox="1"/>
          <p:nvPr>
            <p:ph idx="2" type="body"/>
          </p:nvPr>
        </p:nvSpPr>
        <p:spPr>
          <a:xfrm>
            <a:off x="3546700" y="797150"/>
            <a:ext cx="4882500" cy="9603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1pPr>
            <a:lvl2pPr indent="-292100" lvl="1" marL="9144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2pPr>
            <a:lvl3pPr indent="-292100" lvl="2" marL="13716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3pPr>
            <a:lvl4pPr indent="-292100" lvl="3" marL="18288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4pPr>
            <a:lvl5pPr indent="-292100" lvl="4" marL="22860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5pPr>
            <a:lvl6pPr indent="-292100" lvl="5" marL="27432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6pPr>
            <a:lvl7pPr indent="-292100" lvl="6" marL="32004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7pPr>
            <a:lvl8pPr indent="-292100" lvl="7" marL="36576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8pPr>
            <a:lvl9pPr indent="-292100" lvl="8" marL="41148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9pPr>
          </a:lstStyle>
          <a:p/>
        </p:txBody>
      </p:sp>
      <p:sp>
        <p:nvSpPr>
          <p:cNvPr id="54" name="Google Shape;54;p13"/>
          <p:cNvSpPr txBox="1"/>
          <p:nvPr>
            <p:ph idx="3" type="subTitle"/>
          </p:nvPr>
        </p:nvSpPr>
        <p:spPr>
          <a:xfrm>
            <a:off x="3541250" y="1534700"/>
            <a:ext cx="4882500" cy="210600"/>
          </a:xfrm>
          <a:prstGeom prst="rect">
            <a:avLst/>
          </a:prstGeom>
        </p:spPr>
        <p:txBody>
          <a:bodyPr anchorCtr="0" anchor="t" bIns="0" lIns="0" spcFirstLastPara="1" rIns="0" wrap="square" tIns="0">
            <a:normAutofit/>
          </a:bodyPr>
          <a:lstStyle>
            <a:lvl1pPr lvl="0">
              <a:spcBef>
                <a:spcPts val="0"/>
              </a:spcBef>
              <a:spcAft>
                <a:spcPts val="0"/>
              </a:spcAft>
              <a:buClr>
                <a:srgbClr val="F8485E"/>
              </a:buClr>
              <a:buSzPts val="1000"/>
              <a:buNone/>
              <a:defRPr b="1" sz="1000">
                <a:solidFill>
                  <a:srgbClr val="F8485E"/>
                </a:solidFill>
              </a:defRPr>
            </a:lvl1pPr>
            <a:lvl2pPr lvl="1">
              <a:spcBef>
                <a:spcPts val="0"/>
              </a:spcBef>
              <a:spcAft>
                <a:spcPts val="0"/>
              </a:spcAft>
              <a:buClr>
                <a:srgbClr val="F8485E"/>
              </a:buClr>
              <a:buSzPts val="1000"/>
              <a:buNone/>
              <a:defRPr sz="1000">
                <a:solidFill>
                  <a:srgbClr val="F8485E"/>
                </a:solidFill>
              </a:defRPr>
            </a:lvl2pPr>
            <a:lvl3pPr lvl="2">
              <a:spcBef>
                <a:spcPts val="0"/>
              </a:spcBef>
              <a:spcAft>
                <a:spcPts val="0"/>
              </a:spcAft>
              <a:buClr>
                <a:srgbClr val="F8485E"/>
              </a:buClr>
              <a:buSzPts val="1000"/>
              <a:buNone/>
              <a:defRPr sz="1000">
                <a:solidFill>
                  <a:srgbClr val="F8485E"/>
                </a:solidFill>
              </a:defRPr>
            </a:lvl3pPr>
            <a:lvl4pPr lvl="3">
              <a:spcBef>
                <a:spcPts val="0"/>
              </a:spcBef>
              <a:spcAft>
                <a:spcPts val="0"/>
              </a:spcAft>
              <a:buClr>
                <a:srgbClr val="F8485E"/>
              </a:buClr>
              <a:buSzPts val="1000"/>
              <a:buNone/>
              <a:defRPr sz="1000">
                <a:solidFill>
                  <a:srgbClr val="F8485E"/>
                </a:solidFill>
              </a:defRPr>
            </a:lvl4pPr>
            <a:lvl5pPr lvl="4">
              <a:spcBef>
                <a:spcPts val="0"/>
              </a:spcBef>
              <a:spcAft>
                <a:spcPts val="0"/>
              </a:spcAft>
              <a:buClr>
                <a:srgbClr val="F8485E"/>
              </a:buClr>
              <a:buSzPts val="1000"/>
              <a:buNone/>
              <a:defRPr sz="1000">
                <a:solidFill>
                  <a:srgbClr val="F8485E"/>
                </a:solidFill>
              </a:defRPr>
            </a:lvl5pPr>
            <a:lvl6pPr lvl="5">
              <a:spcBef>
                <a:spcPts val="0"/>
              </a:spcBef>
              <a:spcAft>
                <a:spcPts val="0"/>
              </a:spcAft>
              <a:buClr>
                <a:srgbClr val="F8485E"/>
              </a:buClr>
              <a:buSzPts val="1000"/>
              <a:buNone/>
              <a:defRPr sz="1000">
                <a:solidFill>
                  <a:srgbClr val="F8485E"/>
                </a:solidFill>
              </a:defRPr>
            </a:lvl6pPr>
            <a:lvl7pPr lvl="6">
              <a:spcBef>
                <a:spcPts val="0"/>
              </a:spcBef>
              <a:spcAft>
                <a:spcPts val="0"/>
              </a:spcAft>
              <a:buClr>
                <a:srgbClr val="F8485E"/>
              </a:buClr>
              <a:buSzPts val="1000"/>
              <a:buNone/>
              <a:defRPr sz="1000">
                <a:solidFill>
                  <a:srgbClr val="F8485E"/>
                </a:solidFill>
              </a:defRPr>
            </a:lvl7pPr>
            <a:lvl8pPr lvl="7">
              <a:spcBef>
                <a:spcPts val="0"/>
              </a:spcBef>
              <a:spcAft>
                <a:spcPts val="0"/>
              </a:spcAft>
              <a:buClr>
                <a:srgbClr val="F8485E"/>
              </a:buClr>
              <a:buSzPts val="1000"/>
              <a:buNone/>
              <a:defRPr sz="1000">
                <a:solidFill>
                  <a:srgbClr val="F8485E"/>
                </a:solidFill>
              </a:defRPr>
            </a:lvl8pPr>
            <a:lvl9pPr lvl="8">
              <a:spcBef>
                <a:spcPts val="0"/>
              </a:spcBef>
              <a:spcAft>
                <a:spcPts val="0"/>
              </a:spcAft>
              <a:buClr>
                <a:srgbClr val="F8485E"/>
              </a:buClr>
              <a:buSzPts val="1000"/>
              <a:buNone/>
              <a:defRPr sz="1000">
                <a:solidFill>
                  <a:srgbClr val="F8485E"/>
                </a:solidFill>
              </a:defRPr>
            </a:lvl9pPr>
          </a:lstStyle>
          <a:p/>
        </p:txBody>
      </p:sp>
      <p:sp>
        <p:nvSpPr>
          <p:cNvPr id="55" name="Google Shape;55;p13"/>
          <p:cNvSpPr txBox="1"/>
          <p:nvPr>
            <p:ph idx="4" type="body"/>
          </p:nvPr>
        </p:nvSpPr>
        <p:spPr>
          <a:xfrm>
            <a:off x="3546750" y="1787750"/>
            <a:ext cx="4882500" cy="9603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1pPr>
            <a:lvl2pPr indent="-292100" lvl="1" marL="9144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2pPr>
            <a:lvl3pPr indent="-292100" lvl="2" marL="13716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3pPr>
            <a:lvl4pPr indent="-292100" lvl="3" marL="18288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4pPr>
            <a:lvl5pPr indent="-292100" lvl="4" marL="22860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5pPr>
            <a:lvl6pPr indent="-292100" lvl="5" marL="27432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6pPr>
            <a:lvl7pPr indent="-292100" lvl="6" marL="32004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7pPr>
            <a:lvl8pPr indent="-292100" lvl="7" marL="36576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8pPr>
            <a:lvl9pPr indent="-292100" lvl="8" marL="41148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9pPr>
          </a:lstStyle>
          <a:p/>
        </p:txBody>
      </p:sp>
      <p:sp>
        <p:nvSpPr>
          <p:cNvPr id="56" name="Google Shape;56;p13"/>
          <p:cNvSpPr txBox="1"/>
          <p:nvPr>
            <p:ph idx="5" type="subTitle"/>
          </p:nvPr>
        </p:nvSpPr>
        <p:spPr>
          <a:xfrm>
            <a:off x="3541250" y="2513800"/>
            <a:ext cx="4882500" cy="210600"/>
          </a:xfrm>
          <a:prstGeom prst="rect">
            <a:avLst/>
          </a:prstGeom>
        </p:spPr>
        <p:txBody>
          <a:bodyPr anchorCtr="0" anchor="t" bIns="0" lIns="0" spcFirstLastPara="1" rIns="0" wrap="square" tIns="0">
            <a:normAutofit/>
          </a:bodyPr>
          <a:lstStyle>
            <a:lvl1pPr lvl="0">
              <a:spcBef>
                <a:spcPts val="0"/>
              </a:spcBef>
              <a:spcAft>
                <a:spcPts val="0"/>
              </a:spcAft>
              <a:buClr>
                <a:srgbClr val="F8485E"/>
              </a:buClr>
              <a:buSzPts val="1000"/>
              <a:buNone/>
              <a:defRPr b="1" sz="1000">
                <a:solidFill>
                  <a:srgbClr val="F8485E"/>
                </a:solidFill>
              </a:defRPr>
            </a:lvl1pPr>
            <a:lvl2pPr lvl="1">
              <a:spcBef>
                <a:spcPts val="0"/>
              </a:spcBef>
              <a:spcAft>
                <a:spcPts val="0"/>
              </a:spcAft>
              <a:buClr>
                <a:srgbClr val="F8485E"/>
              </a:buClr>
              <a:buSzPts val="1000"/>
              <a:buNone/>
              <a:defRPr sz="1000">
                <a:solidFill>
                  <a:srgbClr val="F8485E"/>
                </a:solidFill>
              </a:defRPr>
            </a:lvl2pPr>
            <a:lvl3pPr lvl="2">
              <a:spcBef>
                <a:spcPts val="0"/>
              </a:spcBef>
              <a:spcAft>
                <a:spcPts val="0"/>
              </a:spcAft>
              <a:buClr>
                <a:srgbClr val="F8485E"/>
              </a:buClr>
              <a:buSzPts val="1000"/>
              <a:buNone/>
              <a:defRPr sz="1000">
                <a:solidFill>
                  <a:srgbClr val="F8485E"/>
                </a:solidFill>
              </a:defRPr>
            </a:lvl3pPr>
            <a:lvl4pPr lvl="3">
              <a:spcBef>
                <a:spcPts val="0"/>
              </a:spcBef>
              <a:spcAft>
                <a:spcPts val="0"/>
              </a:spcAft>
              <a:buClr>
                <a:srgbClr val="F8485E"/>
              </a:buClr>
              <a:buSzPts val="1000"/>
              <a:buNone/>
              <a:defRPr sz="1000">
                <a:solidFill>
                  <a:srgbClr val="F8485E"/>
                </a:solidFill>
              </a:defRPr>
            </a:lvl4pPr>
            <a:lvl5pPr lvl="4">
              <a:spcBef>
                <a:spcPts val="0"/>
              </a:spcBef>
              <a:spcAft>
                <a:spcPts val="0"/>
              </a:spcAft>
              <a:buClr>
                <a:srgbClr val="F8485E"/>
              </a:buClr>
              <a:buSzPts val="1000"/>
              <a:buNone/>
              <a:defRPr sz="1000">
                <a:solidFill>
                  <a:srgbClr val="F8485E"/>
                </a:solidFill>
              </a:defRPr>
            </a:lvl5pPr>
            <a:lvl6pPr lvl="5">
              <a:spcBef>
                <a:spcPts val="0"/>
              </a:spcBef>
              <a:spcAft>
                <a:spcPts val="0"/>
              </a:spcAft>
              <a:buClr>
                <a:srgbClr val="F8485E"/>
              </a:buClr>
              <a:buSzPts val="1000"/>
              <a:buNone/>
              <a:defRPr sz="1000">
                <a:solidFill>
                  <a:srgbClr val="F8485E"/>
                </a:solidFill>
              </a:defRPr>
            </a:lvl6pPr>
            <a:lvl7pPr lvl="6">
              <a:spcBef>
                <a:spcPts val="0"/>
              </a:spcBef>
              <a:spcAft>
                <a:spcPts val="0"/>
              </a:spcAft>
              <a:buClr>
                <a:srgbClr val="F8485E"/>
              </a:buClr>
              <a:buSzPts val="1000"/>
              <a:buNone/>
              <a:defRPr sz="1000">
                <a:solidFill>
                  <a:srgbClr val="F8485E"/>
                </a:solidFill>
              </a:defRPr>
            </a:lvl7pPr>
            <a:lvl8pPr lvl="7">
              <a:spcBef>
                <a:spcPts val="0"/>
              </a:spcBef>
              <a:spcAft>
                <a:spcPts val="0"/>
              </a:spcAft>
              <a:buClr>
                <a:srgbClr val="F8485E"/>
              </a:buClr>
              <a:buSzPts val="1000"/>
              <a:buNone/>
              <a:defRPr sz="1000">
                <a:solidFill>
                  <a:srgbClr val="F8485E"/>
                </a:solidFill>
              </a:defRPr>
            </a:lvl8pPr>
            <a:lvl9pPr lvl="8">
              <a:spcBef>
                <a:spcPts val="0"/>
              </a:spcBef>
              <a:spcAft>
                <a:spcPts val="0"/>
              </a:spcAft>
              <a:buClr>
                <a:srgbClr val="F8485E"/>
              </a:buClr>
              <a:buSzPts val="1000"/>
              <a:buNone/>
              <a:defRPr sz="1000">
                <a:solidFill>
                  <a:srgbClr val="F8485E"/>
                </a:solidFill>
              </a:defRPr>
            </a:lvl9pPr>
          </a:lstStyle>
          <a:p/>
        </p:txBody>
      </p:sp>
      <p:sp>
        <p:nvSpPr>
          <p:cNvPr id="57" name="Google Shape;57;p13"/>
          <p:cNvSpPr txBox="1"/>
          <p:nvPr>
            <p:ph idx="6" type="body"/>
          </p:nvPr>
        </p:nvSpPr>
        <p:spPr>
          <a:xfrm>
            <a:off x="3546750" y="2766850"/>
            <a:ext cx="4882500" cy="9603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1pPr>
            <a:lvl2pPr indent="-292100" lvl="1" marL="9144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2pPr>
            <a:lvl3pPr indent="-292100" lvl="2" marL="13716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3pPr>
            <a:lvl4pPr indent="-292100" lvl="3" marL="18288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4pPr>
            <a:lvl5pPr indent="-292100" lvl="4" marL="22860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5pPr>
            <a:lvl6pPr indent="-292100" lvl="5" marL="27432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6pPr>
            <a:lvl7pPr indent="-292100" lvl="6" marL="32004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7pPr>
            <a:lvl8pPr indent="-292100" lvl="7" marL="36576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8pPr>
            <a:lvl9pPr indent="-292100" lvl="8" marL="4114800">
              <a:spcBef>
                <a:spcPts val="0"/>
              </a:spcBef>
              <a:spcAft>
                <a:spcPts val="0"/>
              </a:spcAft>
              <a:buClr>
                <a:schemeClr val="dk2"/>
              </a:buClr>
              <a:buSzPts val="1000"/>
              <a:buFont typeface="Montserrat Light"/>
              <a:buChar char="■"/>
              <a:defRPr sz="1000">
                <a:solidFill>
                  <a:schemeClr val="dk2"/>
                </a:solidFill>
                <a:latin typeface="Montserrat Light"/>
                <a:ea typeface="Montserrat Light"/>
                <a:cs typeface="Montserrat Light"/>
                <a:sym typeface="Montserrat Light"/>
              </a:defRPr>
            </a:lvl9pPr>
          </a:lstStyle>
          <a:p/>
        </p:txBody>
      </p:sp>
      <p:sp>
        <p:nvSpPr>
          <p:cNvPr id="58" name="Google Shape;58;p13"/>
          <p:cNvSpPr txBox="1"/>
          <p:nvPr>
            <p:ph type="title"/>
          </p:nvPr>
        </p:nvSpPr>
        <p:spPr>
          <a:xfrm>
            <a:off x="960950" y="2277175"/>
            <a:ext cx="1893900" cy="7155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600"/>
              <a:buFont typeface="Montserrat"/>
              <a:buNone/>
              <a:defRPr b="1" sz="1600">
                <a:solidFill>
                  <a:schemeClr val="dk2"/>
                </a:solidFill>
                <a:latin typeface="Montserrat"/>
                <a:ea typeface="Montserrat"/>
                <a:cs typeface="Montserrat"/>
                <a:sym typeface="Montserrat"/>
              </a:defRPr>
            </a:lvl1pPr>
            <a:lvl2pPr lvl="1">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2pPr>
            <a:lvl3pPr lvl="2">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3pPr>
            <a:lvl4pPr lvl="3">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4pPr>
            <a:lvl5pPr lvl="4">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5pPr>
            <a:lvl6pPr lvl="5">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6pPr>
            <a:lvl7pPr lvl="6">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7pPr>
            <a:lvl8pPr lvl="7">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8pPr>
            <a:lvl9pPr lvl="8">
              <a:spcBef>
                <a:spcPts val="0"/>
              </a:spcBef>
              <a:spcAft>
                <a:spcPts val="0"/>
              </a:spcAft>
              <a:buClr>
                <a:schemeClr val="dk2"/>
              </a:buClr>
              <a:buSzPts val="2800"/>
              <a:buFont typeface="Montserrat"/>
              <a:buNone/>
              <a:defRPr b="1">
                <a:solidFill>
                  <a:schemeClr val="dk2"/>
                </a:solidFill>
                <a:latin typeface="Montserrat"/>
                <a:ea typeface="Montserrat"/>
                <a:cs typeface="Montserrat"/>
                <a:sym typeface="Montserrat"/>
              </a:defRPr>
            </a:lvl9pPr>
          </a:lstStyle>
          <a:p/>
        </p:txBody>
      </p:sp>
      <p:sp>
        <p:nvSpPr>
          <p:cNvPr id="59" name="Google Shape;59;p13"/>
          <p:cNvSpPr txBox="1"/>
          <p:nvPr>
            <p:ph idx="7" type="subTitle"/>
          </p:nvPr>
        </p:nvSpPr>
        <p:spPr>
          <a:xfrm>
            <a:off x="960875" y="2584050"/>
            <a:ext cx="1893900" cy="4551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100"/>
              <a:buFont typeface="Montserrat Medium"/>
              <a:buNone/>
              <a:defRPr sz="1100">
                <a:solidFill>
                  <a:schemeClr val="dk2"/>
                </a:solidFill>
                <a:latin typeface="Montserrat Medium"/>
                <a:ea typeface="Montserrat Medium"/>
                <a:cs typeface="Montserrat Medium"/>
                <a:sym typeface="Montserrat Medium"/>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0" name="Google Shape;60;p13"/>
          <p:cNvSpPr txBox="1"/>
          <p:nvPr>
            <p:ph idx="8" type="body"/>
          </p:nvPr>
        </p:nvSpPr>
        <p:spPr>
          <a:xfrm>
            <a:off x="3684275" y="3739725"/>
            <a:ext cx="4602000" cy="2017200"/>
          </a:xfrm>
          <a:prstGeom prst="rect">
            <a:avLst/>
          </a:prstGeom>
          <a:ln>
            <a:noFill/>
          </a:ln>
        </p:spPr>
        <p:txBody>
          <a:bodyPr anchorCtr="0" anchor="t" bIns="0" lIns="0" spcFirstLastPara="1" rIns="0" wrap="square" tIns="0">
            <a:normAutofit/>
          </a:bodyPr>
          <a:lstStyle>
            <a:lvl1pPr indent="-292100" lvl="0" marL="457200">
              <a:spcBef>
                <a:spcPts val="0"/>
              </a:spcBef>
              <a:spcAft>
                <a:spcPts val="0"/>
              </a:spcAft>
              <a:buClr>
                <a:schemeClr val="dk2"/>
              </a:buClr>
              <a:buSzPts val="1000"/>
              <a:buChar char="●"/>
              <a:defRPr i="1" sz="1000">
                <a:solidFill>
                  <a:schemeClr val="dk2"/>
                </a:solidFill>
              </a:defRPr>
            </a:lvl1pPr>
            <a:lvl2pPr indent="-292100" lvl="1" marL="914400">
              <a:spcBef>
                <a:spcPts val="0"/>
              </a:spcBef>
              <a:spcAft>
                <a:spcPts val="0"/>
              </a:spcAft>
              <a:buClr>
                <a:schemeClr val="dk2"/>
              </a:buClr>
              <a:buSzPts val="1000"/>
              <a:buChar char="○"/>
              <a:defRPr i="1" sz="1000">
                <a:solidFill>
                  <a:schemeClr val="dk2"/>
                </a:solidFill>
              </a:defRPr>
            </a:lvl2pPr>
            <a:lvl3pPr indent="-292100" lvl="2" marL="1371600">
              <a:spcBef>
                <a:spcPts val="0"/>
              </a:spcBef>
              <a:spcAft>
                <a:spcPts val="0"/>
              </a:spcAft>
              <a:buClr>
                <a:schemeClr val="dk2"/>
              </a:buClr>
              <a:buSzPts val="1000"/>
              <a:buChar char="■"/>
              <a:defRPr i="1" sz="1000">
                <a:solidFill>
                  <a:schemeClr val="dk2"/>
                </a:solidFill>
              </a:defRPr>
            </a:lvl3pPr>
            <a:lvl4pPr indent="-292100" lvl="3" marL="1828800">
              <a:spcBef>
                <a:spcPts val="0"/>
              </a:spcBef>
              <a:spcAft>
                <a:spcPts val="0"/>
              </a:spcAft>
              <a:buClr>
                <a:schemeClr val="dk2"/>
              </a:buClr>
              <a:buSzPts val="1000"/>
              <a:buChar char="●"/>
              <a:defRPr i="1" sz="1000">
                <a:solidFill>
                  <a:schemeClr val="dk2"/>
                </a:solidFill>
              </a:defRPr>
            </a:lvl4pPr>
            <a:lvl5pPr indent="-292100" lvl="4" marL="2286000">
              <a:spcBef>
                <a:spcPts val="0"/>
              </a:spcBef>
              <a:spcAft>
                <a:spcPts val="0"/>
              </a:spcAft>
              <a:buClr>
                <a:schemeClr val="dk2"/>
              </a:buClr>
              <a:buSzPts val="1000"/>
              <a:buChar char="○"/>
              <a:defRPr i="1" sz="1000">
                <a:solidFill>
                  <a:schemeClr val="dk2"/>
                </a:solidFill>
              </a:defRPr>
            </a:lvl5pPr>
            <a:lvl6pPr indent="-292100" lvl="5" marL="2743200">
              <a:spcBef>
                <a:spcPts val="0"/>
              </a:spcBef>
              <a:spcAft>
                <a:spcPts val="0"/>
              </a:spcAft>
              <a:buClr>
                <a:schemeClr val="dk2"/>
              </a:buClr>
              <a:buSzPts val="1000"/>
              <a:buChar char="■"/>
              <a:defRPr i="1" sz="1000">
                <a:solidFill>
                  <a:schemeClr val="dk2"/>
                </a:solidFill>
              </a:defRPr>
            </a:lvl6pPr>
            <a:lvl7pPr indent="-292100" lvl="6" marL="3200400">
              <a:spcBef>
                <a:spcPts val="0"/>
              </a:spcBef>
              <a:spcAft>
                <a:spcPts val="0"/>
              </a:spcAft>
              <a:buClr>
                <a:schemeClr val="dk2"/>
              </a:buClr>
              <a:buSzPts val="1000"/>
              <a:buChar char="●"/>
              <a:defRPr i="1" sz="1000">
                <a:solidFill>
                  <a:schemeClr val="dk2"/>
                </a:solidFill>
              </a:defRPr>
            </a:lvl7pPr>
            <a:lvl8pPr indent="-292100" lvl="7" marL="3657600">
              <a:spcBef>
                <a:spcPts val="0"/>
              </a:spcBef>
              <a:spcAft>
                <a:spcPts val="0"/>
              </a:spcAft>
              <a:buClr>
                <a:schemeClr val="dk2"/>
              </a:buClr>
              <a:buSzPts val="1000"/>
              <a:buChar char="○"/>
              <a:defRPr i="1" sz="1000">
                <a:solidFill>
                  <a:schemeClr val="dk2"/>
                </a:solidFill>
              </a:defRPr>
            </a:lvl8pPr>
            <a:lvl9pPr indent="-292100" lvl="8" marL="4114800">
              <a:spcBef>
                <a:spcPts val="0"/>
              </a:spcBef>
              <a:spcAft>
                <a:spcPts val="0"/>
              </a:spcAft>
              <a:buClr>
                <a:schemeClr val="dk2"/>
              </a:buClr>
              <a:buSzPts val="1000"/>
              <a:buChar char="■"/>
              <a:defRPr i="1" sz="1000">
                <a:solidFill>
                  <a:schemeClr val="dk2"/>
                </a:solidFill>
              </a:defRPr>
            </a:lvl9pPr>
          </a:lstStyle>
          <a:p/>
        </p:txBody>
      </p:sp>
      <p:sp>
        <p:nvSpPr>
          <p:cNvPr id="61" name="Google Shape;61;p13"/>
          <p:cNvSpPr txBox="1"/>
          <p:nvPr>
            <p:ph idx="9" type="body"/>
          </p:nvPr>
        </p:nvSpPr>
        <p:spPr>
          <a:xfrm>
            <a:off x="3684275" y="4307300"/>
            <a:ext cx="4602000" cy="2017200"/>
          </a:xfrm>
          <a:prstGeom prst="rect">
            <a:avLst/>
          </a:prstGeom>
          <a:ln>
            <a:noFill/>
          </a:ln>
        </p:spPr>
        <p:txBody>
          <a:bodyPr anchorCtr="0" anchor="t" bIns="0" lIns="0" spcFirstLastPara="1" rIns="0" wrap="square" tIns="0">
            <a:normAutofit/>
          </a:bodyPr>
          <a:lstStyle>
            <a:lvl1pPr indent="-279400" lvl="0" marL="457200">
              <a:spcBef>
                <a:spcPts val="0"/>
              </a:spcBef>
              <a:spcAft>
                <a:spcPts val="0"/>
              </a:spcAft>
              <a:buClr>
                <a:schemeClr val="dk2"/>
              </a:buClr>
              <a:buSzPts val="800"/>
              <a:buChar char="●"/>
              <a:defRPr b="1" sz="800">
                <a:solidFill>
                  <a:schemeClr val="dk2"/>
                </a:solidFill>
              </a:defRPr>
            </a:lvl1pPr>
            <a:lvl2pPr indent="-279400" lvl="1" marL="914400">
              <a:spcBef>
                <a:spcPts val="0"/>
              </a:spcBef>
              <a:spcAft>
                <a:spcPts val="0"/>
              </a:spcAft>
              <a:buClr>
                <a:schemeClr val="dk2"/>
              </a:buClr>
              <a:buSzPts val="800"/>
              <a:buChar char="○"/>
              <a:defRPr b="1" sz="800">
                <a:solidFill>
                  <a:schemeClr val="dk2"/>
                </a:solidFill>
              </a:defRPr>
            </a:lvl2pPr>
            <a:lvl3pPr indent="-279400" lvl="2" marL="1371600">
              <a:spcBef>
                <a:spcPts val="0"/>
              </a:spcBef>
              <a:spcAft>
                <a:spcPts val="0"/>
              </a:spcAft>
              <a:buClr>
                <a:schemeClr val="dk2"/>
              </a:buClr>
              <a:buSzPts val="800"/>
              <a:buChar char="■"/>
              <a:defRPr b="1" sz="800">
                <a:solidFill>
                  <a:schemeClr val="dk2"/>
                </a:solidFill>
              </a:defRPr>
            </a:lvl3pPr>
            <a:lvl4pPr indent="-279400" lvl="3" marL="1828800">
              <a:spcBef>
                <a:spcPts val="0"/>
              </a:spcBef>
              <a:spcAft>
                <a:spcPts val="0"/>
              </a:spcAft>
              <a:buClr>
                <a:schemeClr val="dk2"/>
              </a:buClr>
              <a:buSzPts val="800"/>
              <a:buChar char="●"/>
              <a:defRPr b="1" sz="800">
                <a:solidFill>
                  <a:schemeClr val="dk2"/>
                </a:solidFill>
              </a:defRPr>
            </a:lvl4pPr>
            <a:lvl5pPr indent="-279400" lvl="4" marL="2286000">
              <a:spcBef>
                <a:spcPts val="0"/>
              </a:spcBef>
              <a:spcAft>
                <a:spcPts val="0"/>
              </a:spcAft>
              <a:buClr>
                <a:schemeClr val="dk2"/>
              </a:buClr>
              <a:buSzPts val="800"/>
              <a:buChar char="○"/>
              <a:defRPr b="1" sz="800">
                <a:solidFill>
                  <a:schemeClr val="dk2"/>
                </a:solidFill>
              </a:defRPr>
            </a:lvl5pPr>
            <a:lvl6pPr indent="-279400" lvl="5" marL="2743200">
              <a:spcBef>
                <a:spcPts val="0"/>
              </a:spcBef>
              <a:spcAft>
                <a:spcPts val="0"/>
              </a:spcAft>
              <a:buClr>
                <a:schemeClr val="dk2"/>
              </a:buClr>
              <a:buSzPts val="800"/>
              <a:buChar char="■"/>
              <a:defRPr b="1" sz="800">
                <a:solidFill>
                  <a:schemeClr val="dk2"/>
                </a:solidFill>
              </a:defRPr>
            </a:lvl6pPr>
            <a:lvl7pPr indent="-279400" lvl="6" marL="3200400">
              <a:spcBef>
                <a:spcPts val="0"/>
              </a:spcBef>
              <a:spcAft>
                <a:spcPts val="0"/>
              </a:spcAft>
              <a:buClr>
                <a:schemeClr val="dk2"/>
              </a:buClr>
              <a:buSzPts val="800"/>
              <a:buChar char="●"/>
              <a:defRPr b="1" sz="800">
                <a:solidFill>
                  <a:schemeClr val="dk2"/>
                </a:solidFill>
              </a:defRPr>
            </a:lvl7pPr>
            <a:lvl8pPr indent="-279400" lvl="7" marL="3657600">
              <a:spcBef>
                <a:spcPts val="0"/>
              </a:spcBef>
              <a:spcAft>
                <a:spcPts val="0"/>
              </a:spcAft>
              <a:buClr>
                <a:schemeClr val="dk2"/>
              </a:buClr>
              <a:buSzPts val="800"/>
              <a:buChar char="○"/>
              <a:defRPr b="1" sz="800">
                <a:solidFill>
                  <a:schemeClr val="dk2"/>
                </a:solidFill>
              </a:defRPr>
            </a:lvl8pPr>
            <a:lvl9pPr indent="-279400" lvl="8" marL="4114800">
              <a:spcBef>
                <a:spcPts val="0"/>
              </a:spcBef>
              <a:spcAft>
                <a:spcPts val="0"/>
              </a:spcAft>
              <a:buClr>
                <a:schemeClr val="dk2"/>
              </a:buClr>
              <a:buSzPts val="800"/>
              <a:buChar char="■"/>
              <a:defRPr b="1" sz="800">
                <a:solidFill>
                  <a:schemeClr val="dk2"/>
                </a:solidFill>
              </a:defRPr>
            </a:lvl9pPr>
          </a:lstStyle>
          <a:p/>
        </p:txBody>
      </p:sp>
      <p:sp>
        <p:nvSpPr>
          <p:cNvPr id="62" name="Google Shape;62;p13"/>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63" name="Google Shape;63;p13"/>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emplate - keep it empty">
  <p:cSld name="CUSTOM_3">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Empty">
  <p:cSld name="CUSTOM_27">
    <p:spTree>
      <p:nvGrpSpPr>
        <p:cNvPr id="65" name="Shape 65"/>
        <p:cNvGrpSpPr/>
        <p:nvPr/>
      </p:nvGrpSpPr>
      <p:grpSpPr>
        <a:xfrm>
          <a:off x="0" y="0"/>
          <a:ext cx="0" cy="0"/>
          <a:chOff x="0" y="0"/>
          <a:chExt cx="0" cy="0"/>
        </a:xfrm>
      </p:grpSpPr>
      <p:sp>
        <p:nvSpPr>
          <p:cNvPr id="66" name="Google Shape;66;p15"/>
          <p:cNvSpPr txBox="1"/>
          <p:nvPr>
            <p:ph type="title"/>
          </p:nvPr>
        </p:nvSpPr>
        <p:spPr>
          <a:xfrm>
            <a:off x="674700" y="579450"/>
            <a:ext cx="5826000" cy="444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atin typeface="Montserrat"/>
                <a:ea typeface="Montserrat"/>
                <a:cs typeface="Montserrat"/>
                <a:sym typeface="Montserrat"/>
              </a:defRPr>
            </a:lvl1pPr>
            <a:lvl2pPr lvl="1">
              <a:spcBef>
                <a:spcPts val="0"/>
              </a:spcBef>
              <a:spcAft>
                <a:spcPts val="0"/>
              </a:spcAft>
              <a:buSzPts val="2800"/>
              <a:buNone/>
              <a:defRPr>
                <a:latin typeface="Montserrat"/>
                <a:ea typeface="Montserrat"/>
                <a:cs typeface="Montserrat"/>
                <a:sym typeface="Montserrat"/>
              </a:defRPr>
            </a:lvl2pPr>
            <a:lvl3pPr lvl="2">
              <a:spcBef>
                <a:spcPts val="0"/>
              </a:spcBef>
              <a:spcAft>
                <a:spcPts val="0"/>
              </a:spcAft>
              <a:buSzPts val="2800"/>
              <a:buNone/>
              <a:defRPr>
                <a:latin typeface="Montserrat"/>
                <a:ea typeface="Montserrat"/>
                <a:cs typeface="Montserrat"/>
                <a:sym typeface="Montserrat"/>
              </a:defRPr>
            </a:lvl3pPr>
            <a:lvl4pPr lvl="3">
              <a:spcBef>
                <a:spcPts val="0"/>
              </a:spcBef>
              <a:spcAft>
                <a:spcPts val="0"/>
              </a:spcAft>
              <a:buSzPts val="2800"/>
              <a:buNone/>
              <a:defRPr>
                <a:latin typeface="Montserrat"/>
                <a:ea typeface="Montserrat"/>
                <a:cs typeface="Montserrat"/>
                <a:sym typeface="Montserrat"/>
              </a:defRPr>
            </a:lvl4pPr>
            <a:lvl5pPr lvl="4">
              <a:spcBef>
                <a:spcPts val="0"/>
              </a:spcBef>
              <a:spcAft>
                <a:spcPts val="0"/>
              </a:spcAft>
              <a:buSzPts val="2800"/>
              <a:buNone/>
              <a:defRPr>
                <a:latin typeface="Montserrat"/>
                <a:ea typeface="Montserrat"/>
                <a:cs typeface="Montserrat"/>
                <a:sym typeface="Montserrat"/>
              </a:defRPr>
            </a:lvl5pPr>
            <a:lvl6pPr lvl="5">
              <a:spcBef>
                <a:spcPts val="0"/>
              </a:spcBef>
              <a:spcAft>
                <a:spcPts val="0"/>
              </a:spcAft>
              <a:buSzPts val="2800"/>
              <a:buNone/>
              <a:defRPr>
                <a:latin typeface="Montserrat"/>
                <a:ea typeface="Montserrat"/>
                <a:cs typeface="Montserrat"/>
                <a:sym typeface="Montserrat"/>
              </a:defRPr>
            </a:lvl6pPr>
            <a:lvl7pPr lvl="6">
              <a:spcBef>
                <a:spcPts val="0"/>
              </a:spcBef>
              <a:spcAft>
                <a:spcPts val="0"/>
              </a:spcAft>
              <a:buSzPts val="2800"/>
              <a:buNone/>
              <a:defRPr>
                <a:latin typeface="Montserrat"/>
                <a:ea typeface="Montserrat"/>
                <a:cs typeface="Montserrat"/>
                <a:sym typeface="Montserrat"/>
              </a:defRPr>
            </a:lvl7pPr>
            <a:lvl8pPr lvl="7">
              <a:spcBef>
                <a:spcPts val="0"/>
              </a:spcBef>
              <a:spcAft>
                <a:spcPts val="0"/>
              </a:spcAft>
              <a:buSzPts val="2800"/>
              <a:buNone/>
              <a:defRPr>
                <a:latin typeface="Montserrat"/>
                <a:ea typeface="Montserrat"/>
                <a:cs typeface="Montserrat"/>
                <a:sym typeface="Montserrat"/>
              </a:defRPr>
            </a:lvl8pPr>
            <a:lvl9pPr lvl="8">
              <a:spcBef>
                <a:spcPts val="0"/>
              </a:spcBef>
              <a:spcAft>
                <a:spcPts val="0"/>
              </a:spcAft>
              <a:buSzPts val="2800"/>
              <a:buNone/>
              <a:defRPr>
                <a:latin typeface="Montserrat"/>
                <a:ea typeface="Montserrat"/>
                <a:cs typeface="Montserrat"/>
                <a:sym typeface="Montserrat"/>
              </a:defRPr>
            </a:lvl9pPr>
          </a:lstStyle>
          <a:p/>
        </p:txBody>
      </p:sp>
      <p:sp>
        <p:nvSpPr>
          <p:cNvPr id="67" name="Google Shape;67;p15"/>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68" name="Google Shape;68;p15"/>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Empty">
  <p:cSld name="CUSTOM_27">
    <p:spTree>
      <p:nvGrpSpPr>
        <p:cNvPr id="72" name="Shape 72"/>
        <p:cNvGrpSpPr/>
        <p:nvPr/>
      </p:nvGrpSpPr>
      <p:grpSpPr>
        <a:xfrm>
          <a:off x="0" y="0"/>
          <a:ext cx="0" cy="0"/>
          <a:chOff x="0" y="0"/>
          <a:chExt cx="0" cy="0"/>
        </a:xfrm>
      </p:grpSpPr>
      <p:sp>
        <p:nvSpPr>
          <p:cNvPr id="73" name="Google Shape;73;p17"/>
          <p:cNvSpPr txBox="1"/>
          <p:nvPr>
            <p:ph type="title"/>
          </p:nvPr>
        </p:nvSpPr>
        <p:spPr>
          <a:xfrm>
            <a:off x="674700" y="579450"/>
            <a:ext cx="5826000" cy="444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Montserrat"/>
                <a:ea typeface="Montserrat"/>
                <a:cs typeface="Montserrat"/>
                <a:sym typeface="Montserrat"/>
              </a:defRPr>
            </a:lvl1pPr>
            <a:lvl2pPr lvl="1">
              <a:spcBef>
                <a:spcPts val="0"/>
              </a:spcBef>
              <a:spcAft>
                <a:spcPts val="0"/>
              </a:spcAft>
              <a:buSzPts val="1400"/>
              <a:buNone/>
              <a:defRPr>
                <a:latin typeface="Montserrat"/>
                <a:ea typeface="Montserrat"/>
                <a:cs typeface="Montserrat"/>
                <a:sym typeface="Montserrat"/>
              </a:defRPr>
            </a:lvl2pPr>
            <a:lvl3pPr lvl="2">
              <a:spcBef>
                <a:spcPts val="0"/>
              </a:spcBef>
              <a:spcAft>
                <a:spcPts val="0"/>
              </a:spcAft>
              <a:buSzPts val="1400"/>
              <a:buNone/>
              <a:defRPr>
                <a:latin typeface="Montserrat"/>
                <a:ea typeface="Montserrat"/>
                <a:cs typeface="Montserrat"/>
                <a:sym typeface="Montserrat"/>
              </a:defRPr>
            </a:lvl3pPr>
            <a:lvl4pPr lvl="3">
              <a:spcBef>
                <a:spcPts val="0"/>
              </a:spcBef>
              <a:spcAft>
                <a:spcPts val="0"/>
              </a:spcAft>
              <a:buSzPts val="1400"/>
              <a:buNone/>
              <a:defRPr>
                <a:latin typeface="Montserrat"/>
                <a:ea typeface="Montserrat"/>
                <a:cs typeface="Montserrat"/>
                <a:sym typeface="Montserrat"/>
              </a:defRPr>
            </a:lvl4pPr>
            <a:lvl5pPr lvl="4">
              <a:spcBef>
                <a:spcPts val="0"/>
              </a:spcBef>
              <a:spcAft>
                <a:spcPts val="0"/>
              </a:spcAft>
              <a:buSzPts val="1400"/>
              <a:buNone/>
              <a:defRPr>
                <a:latin typeface="Montserrat"/>
                <a:ea typeface="Montserrat"/>
                <a:cs typeface="Montserrat"/>
                <a:sym typeface="Montserrat"/>
              </a:defRPr>
            </a:lvl5pPr>
            <a:lvl6pPr lvl="5">
              <a:spcBef>
                <a:spcPts val="0"/>
              </a:spcBef>
              <a:spcAft>
                <a:spcPts val="0"/>
              </a:spcAft>
              <a:buSzPts val="1400"/>
              <a:buNone/>
              <a:defRPr>
                <a:latin typeface="Montserrat"/>
                <a:ea typeface="Montserrat"/>
                <a:cs typeface="Montserrat"/>
                <a:sym typeface="Montserrat"/>
              </a:defRPr>
            </a:lvl6pPr>
            <a:lvl7pPr lvl="6">
              <a:spcBef>
                <a:spcPts val="0"/>
              </a:spcBef>
              <a:spcAft>
                <a:spcPts val="0"/>
              </a:spcAft>
              <a:buSzPts val="1400"/>
              <a:buNone/>
              <a:defRPr>
                <a:latin typeface="Montserrat"/>
                <a:ea typeface="Montserrat"/>
                <a:cs typeface="Montserrat"/>
                <a:sym typeface="Montserrat"/>
              </a:defRPr>
            </a:lvl7pPr>
            <a:lvl8pPr lvl="7">
              <a:spcBef>
                <a:spcPts val="0"/>
              </a:spcBef>
              <a:spcAft>
                <a:spcPts val="0"/>
              </a:spcAft>
              <a:buSzPts val="1400"/>
              <a:buNone/>
              <a:defRPr>
                <a:latin typeface="Montserrat"/>
                <a:ea typeface="Montserrat"/>
                <a:cs typeface="Montserrat"/>
                <a:sym typeface="Montserrat"/>
              </a:defRPr>
            </a:lvl8pPr>
            <a:lvl9pPr lvl="8">
              <a:spcBef>
                <a:spcPts val="0"/>
              </a:spcBef>
              <a:spcAft>
                <a:spcPts val="0"/>
              </a:spcAft>
              <a:buSzPts val="1400"/>
              <a:buNone/>
              <a:defRPr>
                <a:latin typeface="Montserrat"/>
                <a:ea typeface="Montserrat"/>
                <a:cs typeface="Montserrat"/>
                <a:sym typeface="Montserrat"/>
              </a:defRPr>
            </a:lvl9pPr>
          </a:lstStyle>
          <a:p/>
        </p:txBody>
      </p:sp>
      <p:sp>
        <p:nvSpPr>
          <p:cNvPr id="74" name="Google Shape;74;p17"/>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75" name="Google Shape;75;p17"/>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Agenda">
  <p:cSld name="CUSTOM">
    <p:spTree>
      <p:nvGrpSpPr>
        <p:cNvPr id="76" name="Shape 76"/>
        <p:cNvGrpSpPr/>
        <p:nvPr/>
      </p:nvGrpSpPr>
      <p:grpSpPr>
        <a:xfrm>
          <a:off x="0" y="0"/>
          <a:ext cx="0" cy="0"/>
          <a:chOff x="0" y="0"/>
          <a:chExt cx="0" cy="0"/>
        </a:xfrm>
      </p:grpSpPr>
      <p:sp>
        <p:nvSpPr>
          <p:cNvPr id="77" name="Google Shape;77;p18"/>
          <p:cNvSpPr/>
          <p:nvPr/>
        </p:nvSpPr>
        <p:spPr>
          <a:xfrm>
            <a:off x="7608700" y="4171200"/>
            <a:ext cx="1622700" cy="1569300"/>
          </a:xfrm>
          <a:prstGeom prst="ellipse">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solidFill>
                <a:srgbClr val="FC636F"/>
              </a:solidFill>
            </a:endParaRPr>
          </a:p>
        </p:txBody>
      </p:sp>
      <p:sp>
        <p:nvSpPr>
          <p:cNvPr id="78" name="Google Shape;78;p18"/>
          <p:cNvSpPr/>
          <p:nvPr/>
        </p:nvSpPr>
        <p:spPr>
          <a:xfrm>
            <a:off x="-682625" y="-580725"/>
            <a:ext cx="1491300" cy="1417500"/>
          </a:xfrm>
          <a:prstGeom prst="ellipse">
            <a:avLst/>
          </a:prstGeom>
          <a:solidFill>
            <a:srgbClr val="F848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solidFill>
                <a:srgbClr val="FC636F"/>
              </a:solidFill>
            </a:endParaRPr>
          </a:p>
        </p:txBody>
      </p:sp>
      <p:sp>
        <p:nvSpPr>
          <p:cNvPr id="79" name="Google Shape;79;p18"/>
          <p:cNvSpPr txBox="1"/>
          <p:nvPr>
            <p:ph idx="1" type="body"/>
          </p:nvPr>
        </p:nvSpPr>
        <p:spPr>
          <a:xfrm>
            <a:off x="5205350" y="981150"/>
            <a:ext cx="3309600" cy="3181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rgbClr val="3C3C3A"/>
              </a:buClr>
              <a:buSzPts val="1400"/>
              <a:buFont typeface="Montserrat Medium"/>
              <a:buChar char="●"/>
              <a:defRPr sz="1400">
                <a:solidFill>
                  <a:srgbClr val="3C3C3A"/>
                </a:solidFill>
                <a:latin typeface="Montserrat Medium"/>
                <a:ea typeface="Montserrat Medium"/>
                <a:cs typeface="Montserrat Medium"/>
                <a:sym typeface="Montserrat Medium"/>
              </a:defRPr>
            </a:lvl1pPr>
            <a:lvl2pPr indent="-317500" lvl="1" marL="9144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2pPr>
            <a:lvl3pPr indent="-317500" lvl="2" marL="13716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3pPr>
            <a:lvl4pPr indent="-317500" lvl="3" marL="18288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4pPr>
            <a:lvl5pPr indent="-317500" lvl="4" marL="22860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5pPr>
            <a:lvl6pPr indent="-317500" lvl="5" marL="27432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6pPr>
            <a:lvl7pPr indent="-317500" lvl="6" marL="32004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7pPr>
            <a:lvl8pPr indent="-317500" lvl="7" marL="36576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8pPr>
            <a:lvl9pPr indent="-317500" lvl="8" marL="4114800">
              <a:spcBef>
                <a:spcPts val="0"/>
              </a:spcBef>
              <a:spcAft>
                <a:spcPts val="0"/>
              </a:spcAft>
              <a:buClr>
                <a:srgbClr val="3C3C3A"/>
              </a:buClr>
              <a:buSzPts val="1400"/>
              <a:buFont typeface="Montserrat Medium"/>
              <a:buChar char="■"/>
              <a:defRPr>
                <a:solidFill>
                  <a:srgbClr val="3C3C3A"/>
                </a:solidFill>
                <a:latin typeface="Montserrat Medium"/>
                <a:ea typeface="Montserrat Medium"/>
                <a:cs typeface="Montserrat Medium"/>
                <a:sym typeface="Montserrat Medium"/>
              </a:defRPr>
            </a:lvl9pPr>
          </a:lstStyle>
          <a:p/>
        </p:txBody>
      </p:sp>
      <p:sp>
        <p:nvSpPr>
          <p:cNvPr id="80" name="Google Shape;80;p18"/>
          <p:cNvSpPr txBox="1"/>
          <p:nvPr/>
        </p:nvSpPr>
        <p:spPr>
          <a:xfrm>
            <a:off x="1080000" y="4436100"/>
            <a:ext cx="2937000" cy="338700"/>
          </a:xfrm>
          <a:prstGeom prst="rect">
            <a:avLst/>
          </a:prstGeom>
          <a:noFill/>
          <a:ln>
            <a:noFill/>
          </a:ln>
        </p:spPr>
        <p:txBody>
          <a:bodyPr anchorCtr="0" anchor="t" bIns="0" lIns="0" spcFirstLastPara="1" rIns="0" wrap="square" tIns="0">
            <a:spAutoFit/>
          </a:bodyPr>
          <a:lstStyle/>
          <a:p>
            <a:pPr indent="0" lvl="0" marL="12700" rtl="0" algn="l">
              <a:spcBef>
                <a:spcPts val="0"/>
              </a:spcBef>
              <a:spcAft>
                <a:spcPts val="0"/>
              </a:spcAft>
              <a:buNone/>
            </a:pPr>
            <a:r>
              <a:rPr b="1" lang="en-GB" sz="1200">
                <a:solidFill>
                  <a:srgbClr val="EB475E"/>
                </a:solidFill>
                <a:latin typeface="Montserrat"/>
                <a:ea typeface="Montserrat"/>
                <a:cs typeface="Montserrat"/>
                <a:sym typeface="Montserrat"/>
              </a:rPr>
              <a:t>AI-driven tech consulting</a:t>
            </a:r>
            <a:endParaRPr sz="1200">
              <a:latin typeface="Montserrat"/>
              <a:ea typeface="Montserrat"/>
              <a:cs typeface="Montserrat"/>
              <a:sym typeface="Montserrat"/>
            </a:endParaRPr>
          </a:p>
          <a:p>
            <a:pPr indent="0" lvl="0" marL="0" rtl="0" algn="l">
              <a:spcBef>
                <a:spcPts val="0"/>
              </a:spcBef>
              <a:spcAft>
                <a:spcPts val="0"/>
              </a:spcAft>
              <a:buNone/>
            </a:pPr>
            <a:r>
              <a:t/>
            </a:r>
            <a:endParaRPr b="1" sz="1000">
              <a:solidFill>
                <a:srgbClr val="F8485E"/>
              </a:solidFill>
              <a:latin typeface="Montserrat"/>
              <a:ea typeface="Montserrat"/>
              <a:cs typeface="Montserrat"/>
              <a:sym typeface="Montserrat"/>
            </a:endParaRPr>
          </a:p>
        </p:txBody>
      </p:sp>
      <p:sp>
        <p:nvSpPr>
          <p:cNvPr id="81" name="Google Shape;81;p18"/>
          <p:cNvSpPr txBox="1"/>
          <p:nvPr>
            <p:ph type="title"/>
          </p:nvPr>
        </p:nvSpPr>
        <p:spPr>
          <a:xfrm>
            <a:off x="1080000" y="2374950"/>
            <a:ext cx="2520900" cy="393600"/>
          </a:xfrm>
          <a:prstGeom prst="rect">
            <a:avLst/>
          </a:prstGeom>
        </p:spPr>
        <p:txBody>
          <a:bodyPr anchorCtr="0" anchor="t" bIns="91425" lIns="0" spcFirstLastPara="1" rIns="0" wrap="square" tIns="0">
            <a:noAutofit/>
          </a:bodyPr>
          <a:lstStyle>
            <a:lvl1pPr lvl="0">
              <a:lnSpc>
                <a:spcPct val="80000"/>
              </a:lnSpc>
              <a:spcBef>
                <a:spcPts val="0"/>
              </a:spcBef>
              <a:spcAft>
                <a:spcPts val="0"/>
              </a:spcAft>
              <a:buClr>
                <a:srgbClr val="3C3C3A"/>
              </a:buClr>
              <a:buSzPts val="4200"/>
              <a:buNone/>
              <a:defRPr sz="4200">
                <a:solidFill>
                  <a:srgbClr val="3C3C3A"/>
                </a:solidFill>
              </a:defRPr>
            </a:lvl1pPr>
            <a:lvl2pPr lvl="1">
              <a:lnSpc>
                <a:spcPct val="100000"/>
              </a:lnSpc>
              <a:spcBef>
                <a:spcPts val="0"/>
              </a:spcBef>
              <a:spcAft>
                <a:spcPts val="0"/>
              </a:spcAft>
              <a:buSzPts val="1400"/>
              <a:buFont typeface="Montserrat"/>
              <a:buNone/>
              <a:defRPr b="1">
                <a:latin typeface="Montserrat"/>
                <a:ea typeface="Montserrat"/>
                <a:cs typeface="Montserrat"/>
                <a:sym typeface="Montserrat"/>
              </a:defRPr>
            </a:lvl2pPr>
            <a:lvl3pPr lvl="2">
              <a:lnSpc>
                <a:spcPct val="100000"/>
              </a:lnSpc>
              <a:spcBef>
                <a:spcPts val="0"/>
              </a:spcBef>
              <a:spcAft>
                <a:spcPts val="0"/>
              </a:spcAft>
              <a:buSzPts val="1400"/>
              <a:buFont typeface="Montserrat"/>
              <a:buNone/>
              <a:defRPr b="1">
                <a:latin typeface="Montserrat"/>
                <a:ea typeface="Montserrat"/>
                <a:cs typeface="Montserrat"/>
                <a:sym typeface="Montserrat"/>
              </a:defRPr>
            </a:lvl3pPr>
            <a:lvl4pPr lvl="3">
              <a:lnSpc>
                <a:spcPct val="100000"/>
              </a:lnSpc>
              <a:spcBef>
                <a:spcPts val="0"/>
              </a:spcBef>
              <a:spcAft>
                <a:spcPts val="0"/>
              </a:spcAft>
              <a:buSzPts val="1400"/>
              <a:buFont typeface="Montserrat"/>
              <a:buNone/>
              <a:defRPr b="1">
                <a:latin typeface="Montserrat"/>
                <a:ea typeface="Montserrat"/>
                <a:cs typeface="Montserrat"/>
                <a:sym typeface="Montserrat"/>
              </a:defRPr>
            </a:lvl4pPr>
            <a:lvl5pPr lvl="4">
              <a:lnSpc>
                <a:spcPct val="100000"/>
              </a:lnSpc>
              <a:spcBef>
                <a:spcPts val="0"/>
              </a:spcBef>
              <a:spcAft>
                <a:spcPts val="0"/>
              </a:spcAft>
              <a:buSzPts val="1400"/>
              <a:buFont typeface="Montserrat"/>
              <a:buNone/>
              <a:defRPr b="1">
                <a:latin typeface="Montserrat"/>
                <a:ea typeface="Montserrat"/>
                <a:cs typeface="Montserrat"/>
                <a:sym typeface="Montserrat"/>
              </a:defRPr>
            </a:lvl5pPr>
            <a:lvl6pPr lvl="5">
              <a:lnSpc>
                <a:spcPct val="100000"/>
              </a:lnSpc>
              <a:spcBef>
                <a:spcPts val="0"/>
              </a:spcBef>
              <a:spcAft>
                <a:spcPts val="0"/>
              </a:spcAft>
              <a:buSzPts val="1400"/>
              <a:buFont typeface="Montserrat"/>
              <a:buNone/>
              <a:defRPr b="1">
                <a:latin typeface="Montserrat"/>
                <a:ea typeface="Montserrat"/>
                <a:cs typeface="Montserrat"/>
                <a:sym typeface="Montserrat"/>
              </a:defRPr>
            </a:lvl6pPr>
            <a:lvl7pPr lvl="6">
              <a:lnSpc>
                <a:spcPct val="100000"/>
              </a:lnSpc>
              <a:spcBef>
                <a:spcPts val="0"/>
              </a:spcBef>
              <a:spcAft>
                <a:spcPts val="0"/>
              </a:spcAft>
              <a:buSzPts val="1400"/>
              <a:buFont typeface="Montserrat"/>
              <a:buNone/>
              <a:defRPr b="1">
                <a:latin typeface="Montserrat"/>
                <a:ea typeface="Montserrat"/>
                <a:cs typeface="Montserrat"/>
                <a:sym typeface="Montserrat"/>
              </a:defRPr>
            </a:lvl7pPr>
            <a:lvl8pPr lvl="7">
              <a:lnSpc>
                <a:spcPct val="100000"/>
              </a:lnSpc>
              <a:spcBef>
                <a:spcPts val="0"/>
              </a:spcBef>
              <a:spcAft>
                <a:spcPts val="0"/>
              </a:spcAft>
              <a:buSzPts val="1400"/>
              <a:buFont typeface="Montserrat"/>
              <a:buNone/>
              <a:defRPr b="1">
                <a:latin typeface="Montserrat"/>
                <a:ea typeface="Montserrat"/>
                <a:cs typeface="Montserrat"/>
                <a:sym typeface="Montserrat"/>
              </a:defRPr>
            </a:lvl8pPr>
            <a:lvl9pPr lvl="8">
              <a:lnSpc>
                <a:spcPct val="100000"/>
              </a:lnSpc>
              <a:spcBef>
                <a:spcPts val="0"/>
              </a:spcBef>
              <a:spcAft>
                <a:spcPts val="0"/>
              </a:spcAft>
              <a:buSzPts val="1400"/>
              <a:buFont typeface="Montserrat"/>
              <a:buNone/>
              <a:defRPr b="1">
                <a:latin typeface="Montserrat"/>
                <a:ea typeface="Montserrat"/>
                <a:cs typeface="Montserrat"/>
                <a:sym typeface="Montserrat"/>
              </a:defRPr>
            </a:lvl9pPr>
          </a:lstStyle>
          <a:p/>
        </p:txBody>
      </p:sp>
      <p:sp>
        <p:nvSpPr>
          <p:cNvPr id="82" name="Google Shape;82;p18"/>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83" name="Google Shape;83;p18"/>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extLst>
    <p:ext uri="{DCECCB84-F9BA-43D5-87BE-67443E8EF086}">
      <p15:sldGuideLst>
        <p15:guide id="1" pos="3421">
          <p15:clr>
            <a:srgbClr val="FA7B17"/>
          </p15:clr>
        </p15:guide>
        <p15:guide id="2" pos="680">
          <p15:clr>
            <a:srgbClr val="FA7B17"/>
          </p15:clr>
        </p15:guide>
        <p15:guide id="3" pos="776">
          <p15:clr>
            <a:srgbClr val="FA7B17"/>
          </p15:clr>
        </p15:guide>
        <p15:guide id="4" orient="horz" pos="1474">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a) Content - Bullet list">
  <p:cSld name="CUSTOM_11">
    <p:spTree>
      <p:nvGrpSpPr>
        <p:cNvPr id="84" name="Shape 84"/>
        <p:cNvGrpSpPr/>
        <p:nvPr/>
      </p:nvGrpSpPr>
      <p:grpSpPr>
        <a:xfrm>
          <a:off x="0" y="0"/>
          <a:ext cx="0" cy="0"/>
          <a:chOff x="0" y="0"/>
          <a:chExt cx="0" cy="0"/>
        </a:xfrm>
      </p:grpSpPr>
      <p:sp>
        <p:nvSpPr>
          <p:cNvPr id="85" name="Google Shape;85;p19"/>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86" name="Google Shape;86;p19"/>
          <p:cNvPicPr preferRelativeResize="0"/>
          <p:nvPr/>
        </p:nvPicPr>
        <p:blipFill rotWithShape="1">
          <a:blip r:embed="rId2">
            <a:alphaModFix/>
          </a:blip>
          <a:srcRect b="0" l="0" r="30001" t="44937"/>
          <a:stretch/>
        </p:blipFill>
        <p:spPr>
          <a:xfrm rot="5400000">
            <a:off x="8145175" y="4150225"/>
            <a:ext cx="1118100" cy="879550"/>
          </a:xfrm>
          <a:prstGeom prst="rect">
            <a:avLst/>
          </a:prstGeom>
          <a:noFill/>
          <a:ln>
            <a:noFill/>
          </a:ln>
        </p:spPr>
      </p:pic>
      <p:pic>
        <p:nvPicPr>
          <p:cNvPr id="87" name="Google Shape;87;p19"/>
          <p:cNvPicPr preferRelativeResize="0"/>
          <p:nvPr/>
        </p:nvPicPr>
        <p:blipFill rotWithShape="1">
          <a:blip r:embed="rId2">
            <a:alphaModFix/>
          </a:blip>
          <a:srcRect b="51656" l="0" r="74214" t="6481"/>
          <a:stretch/>
        </p:blipFill>
        <p:spPr>
          <a:xfrm flipH="1" rot="5400000">
            <a:off x="376663" y="-380714"/>
            <a:ext cx="1221225" cy="1982650"/>
          </a:xfrm>
          <a:prstGeom prst="rect">
            <a:avLst/>
          </a:prstGeom>
          <a:noFill/>
          <a:ln>
            <a:noFill/>
          </a:ln>
        </p:spPr>
      </p:pic>
      <p:sp>
        <p:nvSpPr>
          <p:cNvPr id="88" name="Google Shape;88;p19"/>
          <p:cNvSpPr txBox="1"/>
          <p:nvPr>
            <p:ph type="title"/>
          </p:nvPr>
        </p:nvSpPr>
        <p:spPr>
          <a:xfrm>
            <a:off x="1080000" y="2374950"/>
            <a:ext cx="2545200" cy="393600"/>
          </a:xfrm>
          <a:prstGeom prst="rect">
            <a:avLst/>
          </a:prstGeom>
        </p:spPr>
        <p:txBody>
          <a:bodyPr anchorCtr="0" anchor="t" bIns="91425" lIns="0" spcFirstLastPara="1" rIns="0" wrap="square" tIns="0">
            <a:noAutofit/>
          </a:bodyPr>
          <a:lstStyle>
            <a:lvl1pPr lvl="0">
              <a:lnSpc>
                <a:spcPct val="80000"/>
              </a:lnSpc>
              <a:spcBef>
                <a:spcPts val="0"/>
              </a:spcBef>
              <a:spcAft>
                <a:spcPts val="0"/>
              </a:spcAft>
              <a:buClr>
                <a:srgbClr val="3C3C3A"/>
              </a:buClr>
              <a:buSzPts val="4200"/>
              <a:buNone/>
              <a:defRPr sz="4200">
                <a:solidFill>
                  <a:srgbClr val="3C3C3A"/>
                </a:solidFill>
              </a:defRPr>
            </a:lvl1pPr>
            <a:lvl2pPr lvl="1">
              <a:lnSpc>
                <a:spcPct val="100000"/>
              </a:lnSpc>
              <a:spcBef>
                <a:spcPts val="0"/>
              </a:spcBef>
              <a:spcAft>
                <a:spcPts val="0"/>
              </a:spcAft>
              <a:buSzPts val="1400"/>
              <a:buFont typeface="Montserrat"/>
              <a:buNone/>
              <a:defRPr b="1">
                <a:latin typeface="Montserrat"/>
                <a:ea typeface="Montserrat"/>
                <a:cs typeface="Montserrat"/>
                <a:sym typeface="Montserrat"/>
              </a:defRPr>
            </a:lvl2pPr>
            <a:lvl3pPr lvl="2">
              <a:lnSpc>
                <a:spcPct val="100000"/>
              </a:lnSpc>
              <a:spcBef>
                <a:spcPts val="0"/>
              </a:spcBef>
              <a:spcAft>
                <a:spcPts val="0"/>
              </a:spcAft>
              <a:buSzPts val="1400"/>
              <a:buFont typeface="Montserrat"/>
              <a:buNone/>
              <a:defRPr b="1">
                <a:latin typeface="Montserrat"/>
                <a:ea typeface="Montserrat"/>
                <a:cs typeface="Montserrat"/>
                <a:sym typeface="Montserrat"/>
              </a:defRPr>
            </a:lvl3pPr>
            <a:lvl4pPr lvl="3">
              <a:lnSpc>
                <a:spcPct val="100000"/>
              </a:lnSpc>
              <a:spcBef>
                <a:spcPts val="0"/>
              </a:spcBef>
              <a:spcAft>
                <a:spcPts val="0"/>
              </a:spcAft>
              <a:buSzPts val="1400"/>
              <a:buFont typeface="Montserrat"/>
              <a:buNone/>
              <a:defRPr b="1">
                <a:latin typeface="Montserrat"/>
                <a:ea typeface="Montserrat"/>
                <a:cs typeface="Montserrat"/>
                <a:sym typeface="Montserrat"/>
              </a:defRPr>
            </a:lvl4pPr>
            <a:lvl5pPr lvl="4">
              <a:lnSpc>
                <a:spcPct val="100000"/>
              </a:lnSpc>
              <a:spcBef>
                <a:spcPts val="0"/>
              </a:spcBef>
              <a:spcAft>
                <a:spcPts val="0"/>
              </a:spcAft>
              <a:buSzPts val="1400"/>
              <a:buFont typeface="Montserrat"/>
              <a:buNone/>
              <a:defRPr b="1">
                <a:latin typeface="Montserrat"/>
                <a:ea typeface="Montserrat"/>
                <a:cs typeface="Montserrat"/>
                <a:sym typeface="Montserrat"/>
              </a:defRPr>
            </a:lvl5pPr>
            <a:lvl6pPr lvl="5">
              <a:lnSpc>
                <a:spcPct val="100000"/>
              </a:lnSpc>
              <a:spcBef>
                <a:spcPts val="0"/>
              </a:spcBef>
              <a:spcAft>
                <a:spcPts val="0"/>
              </a:spcAft>
              <a:buSzPts val="1400"/>
              <a:buFont typeface="Montserrat"/>
              <a:buNone/>
              <a:defRPr b="1">
                <a:latin typeface="Montserrat"/>
                <a:ea typeface="Montserrat"/>
                <a:cs typeface="Montserrat"/>
                <a:sym typeface="Montserrat"/>
              </a:defRPr>
            </a:lvl6pPr>
            <a:lvl7pPr lvl="6">
              <a:lnSpc>
                <a:spcPct val="100000"/>
              </a:lnSpc>
              <a:spcBef>
                <a:spcPts val="0"/>
              </a:spcBef>
              <a:spcAft>
                <a:spcPts val="0"/>
              </a:spcAft>
              <a:buSzPts val="1400"/>
              <a:buFont typeface="Montserrat"/>
              <a:buNone/>
              <a:defRPr b="1">
                <a:latin typeface="Montserrat"/>
                <a:ea typeface="Montserrat"/>
                <a:cs typeface="Montserrat"/>
                <a:sym typeface="Montserrat"/>
              </a:defRPr>
            </a:lvl7pPr>
            <a:lvl8pPr lvl="7">
              <a:lnSpc>
                <a:spcPct val="100000"/>
              </a:lnSpc>
              <a:spcBef>
                <a:spcPts val="0"/>
              </a:spcBef>
              <a:spcAft>
                <a:spcPts val="0"/>
              </a:spcAft>
              <a:buSzPts val="1400"/>
              <a:buFont typeface="Montserrat"/>
              <a:buNone/>
              <a:defRPr b="1">
                <a:latin typeface="Montserrat"/>
                <a:ea typeface="Montserrat"/>
                <a:cs typeface="Montserrat"/>
                <a:sym typeface="Montserrat"/>
              </a:defRPr>
            </a:lvl8pPr>
            <a:lvl9pPr lvl="8">
              <a:lnSpc>
                <a:spcPct val="100000"/>
              </a:lnSpc>
              <a:spcBef>
                <a:spcPts val="0"/>
              </a:spcBef>
              <a:spcAft>
                <a:spcPts val="0"/>
              </a:spcAft>
              <a:buSzPts val="1400"/>
              <a:buFont typeface="Montserrat"/>
              <a:buNone/>
              <a:defRPr b="1">
                <a:latin typeface="Montserrat"/>
                <a:ea typeface="Montserrat"/>
                <a:cs typeface="Montserrat"/>
                <a:sym typeface="Montserrat"/>
              </a:defRPr>
            </a:lvl9pPr>
          </a:lstStyle>
          <a:p/>
        </p:txBody>
      </p:sp>
      <p:sp>
        <p:nvSpPr>
          <p:cNvPr id="89" name="Google Shape;89;p19"/>
          <p:cNvSpPr txBox="1"/>
          <p:nvPr>
            <p:ph idx="1" type="body"/>
          </p:nvPr>
        </p:nvSpPr>
        <p:spPr>
          <a:xfrm>
            <a:off x="5430775" y="1084125"/>
            <a:ext cx="3129000" cy="3303300"/>
          </a:xfrm>
          <a:prstGeom prst="rect">
            <a:avLst/>
          </a:prstGeom>
        </p:spPr>
        <p:txBody>
          <a:bodyPr anchorCtr="0" anchor="t" bIns="0" lIns="0" spcFirstLastPara="1" rIns="0" wrap="square" tIns="0">
            <a:noAutofit/>
          </a:bodyPr>
          <a:lstStyle>
            <a:lvl1pPr indent="-317500" lvl="0" marL="4572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1pPr>
            <a:lvl2pPr indent="-317500" lvl="1" marL="9144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2pPr>
            <a:lvl3pPr indent="-317500" lvl="2" marL="13716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3pPr>
            <a:lvl4pPr indent="-317500" lvl="3" marL="18288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4pPr>
            <a:lvl5pPr indent="-317500" lvl="4" marL="22860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5pPr>
            <a:lvl6pPr indent="-317500" lvl="5" marL="27432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6pPr>
            <a:lvl7pPr indent="-317500" lvl="6" marL="32004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7pPr>
            <a:lvl8pPr indent="-317500" lvl="7" marL="36576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8pPr>
            <a:lvl9pPr indent="-317500" lvl="8" marL="4114800">
              <a:lnSpc>
                <a:spcPct val="150000"/>
              </a:lnSpc>
              <a:spcBef>
                <a:spcPts val="0"/>
              </a:spcBef>
              <a:spcAft>
                <a:spcPts val="0"/>
              </a:spcAft>
              <a:buClr>
                <a:srgbClr val="3C3C3A"/>
              </a:buClr>
              <a:buSzPts val="1400"/>
              <a:buFont typeface="Montserrat Light"/>
              <a:buChar char="■"/>
              <a:defRPr>
                <a:solidFill>
                  <a:srgbClr val="3C3C3A"/>
                </a:solidFill>
                <a:latin typeface="Montserrat Light"/>
                <a:ea typeface="Montserrat Light"/>
                <a:cs typeface="Montserrat Light"/>
                <a:sym typeface="Montserrat Light"/>
              </a:defRPr>
            </a:lvl9pPr>
          </a:lstStyle>
          <a:p/>
        </p:txBody>
      </p:sp>
      <p:sp>
        <p:nvSpPr>
          <p:cNvPr id="90" name="Google Shape;90;p19"/>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91" name="Google Shape;91;p19"/>
          <p:cNvPicPr preferRelativeResize="0"/>
          <p:nvPr/>
        </p:nvPicPr>
        <p:blipFill rotWithShape="1">
          <a:blip r:embed="rId3">
            <a:alphaModFix/>
          </a:blip>
          <a:srcRect b="0" l="0" r="0" t="0"/>
          <a:stretch/>
        </p:blipFill>
        <p:spPr>
          <a:xfrm>
            <a:off x="147559" y="4776975"/>
            <a:ext cx="229559" cy="229777"/>
          </a:xfrm>
          <a:prstGeom prst="rect">
            <a:avLst/>
          </a:prstGeom>
          <a:noFill/>
          <a:ln>
            <a:noFill/>
          </a:ln>
        </p:spPr>
      </p:pic>
    </p:spTree>
  </p:cSld>
  <p:clrMapOvr>
    <a:masterClrMapping/>
  </p:clrMapOvr>
  <p:extLst>
    <p:ext uri="{DCECCB84-F9BA-43D5-87BE-67443E8EF086}">
      <p15:sldGuideLst>
        <p15:guide id="1" pos="3421">
          <p15:clr>
            <a:srgbClr val="FA7B17"/>
          </p15:clr>
        </p15:guide>
        <p15:guide id="2" pos="680">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Divider - Title full bleed image">
  <p:cSld name="CUSTOM_1">
    <p:spTree>
      <p:nvGrpSpPr>
        <p:cNvPr id="92" name="Shape 92"/>
        <p:cNvGrpSpPr/>
        <p:nvPr/>
      </p:nvGrpSpPr>
      <p:grpSpPr>
        <a:xfrm>
          <a:off x="0" y="0"/>
          <a:ext cx="0" cy="0"/>
          <a:chOff x="0" y="0"/>
          <a:chExt cx="0" cy="0"/>
        </a:xfrm>
      </p:grpSpPr>
      <p:sp>
        <p:nvSpPr>
          <p:cNvPr id="93" name="Google Shape;93;p20"/>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94" name="Google Shape;94;p20"/>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extLst>
    <p:ext uri="{DCECCB84-F9BA-43D5-87BE-67443E8EF086}">
      <p15:sldGuideLst>
        <p15:guide id="1" pos="2958">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 Content - Display other material">
  <p:cSld name="CUSTOM_16">
    <p:spTree>
      <p:nvGrpSpPr>
        <p:cNvPr id="95" name="Shape 95"/>
        <p:cNvGrpSpPr/>
        <p:nvPr/>
      </p:nvGrpSpPr>
      <p:grpSpPr>
        <a:xfrm>
          <a:off x="0" y="0"/>
          <a:ext cx="0" cy="0"/>
          <a:chOff x="0" y="0"/>
          <a:chExt cx="0" cy="0"/>
        </a:xfrm>
      </p:grpSpPr>
      <p:pic>
        <p:nvPicPr>
          <p:cNvPr id="96" name="Google Shape;96;p21"/>
          <p:cNvPicPr preferRelativeResize="0"/>
          <p:nvPr/>
        </p:nvPicPr>
        <p:blipFill rotWithShape="1">
          <a:blip r:embed="rId2">
            <a:alphaModFix/>
          </a:blip>
          <a:srcRect b="0" l="0" r="70151" t="17177"/>
          <a:stretch/>
        </p:blipFill>
        <p:spPr>
          <a:xfrm flipH="1" rot="5400000">
            <a:off x="7276725" y="-905925"/>
            <a:ext cx="999451" cy="2773199"/>
          </a:xfrm>
          <a:prstGeom prst="rect">
            <a:avLst/>
          </a:prstGeom>
          <a:noFill/>
          <a:ln>
            <a:noFill/>
          </a:ln>
        </p:spPr>
      </p:pic>
      <p:sp>
        <p:nvSpPr>
          <p:cNvPr id="97" name="Google Shape;97;p21"/>
          <p:cNvSpPr txBox="1"/>
          <p:nvPr>
            <p:ph type="title"/>
          </p:nvPr>
        </p:nvSpPr>
        <p:spPr>
          <a:xfrm>
            <a:off x="587225" y="607050"/>
            <a:ext cx="4821600" cy="2772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1pPr>
            <a:lvl2pPr lvl="1">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2pPr>
            <a:lvl3pPr lvl="2">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3pPr>
            <a:lvl4pPr lvl="3">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4pPr>
            <a:lvl5pPr lvl="4">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5pPr>
            <a:lvl6pPr lvl="5">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6pPr>
            <a:lvl7pPr lvl="6">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7pPr>
            <a:lvl8pPr lvl="7">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8pPr>
            <a:lvl9pPr lvl="8">
              <a:lnSpc>
                <a:spcPct val="90000"/>
              </a:lnSpc>
              <a:spcBef>
                <a:spcPts val="0"/>
              </a:spcBef>
              <a:spcAft>
                <a:spcPts val="0"/>
              </a:spcAft>
              <a:buClr>
                <a:srgbClr val="3C3C3A"/>
              </a:buClr>
              <a:buSzPts val="1800"/>
              <a:buFont typeface="Montserrat Light"/>
              <a:buNone/>
              <a:defRPr sz="1800">
                <a:solidFill>
                  <a:srgbClr val="3C3C3A"/>
                </a:solidFill>
                <a:latin typeface="Montserrat Light"/>
                <a:ea typeface="Montserrat Light"/>
                <a:cs typeface="Montserrat Light"/>
                <a:sym typeface="Montserrat Light"/>
              </a:defRPr>
            </a:lvl9pPr>
          </a:lstStyle>
          <a:p/>
        </p:txBody>
      </p:sp>
      <p:sp>
        <p:nvSpPr>
          <p:cNvPr id="98" name="Google Shape;98;p21"/>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99" name="Google Shape;99;p21"/>
          <p:cNvPicPr preferRelativeResize="0"/>
          <p:nvPr/>
        </p:nvPicPr>
        <p:blipFill rotWithShape="1">
          <a:blip r:embed="rId3">
            <a:alphaModFix/>
          </a:blip>
          <a:srcRect b="0" l="0" r="0" t="0"/>
          <a:stretch/>
        </p:blipFill>
        <p:spPr>
          <a:xfrm>
            <a:off x="147559" y="4776975"/>
            <a:ext cx="229559" cy="22977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 name="Google Shape;103;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2"/>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106" name="Google Shape;106;p22"/>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sp>
        <p:nvSpPr>
          <p:cNvPr id="108" name="Google Shape;108;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9" name="Google Shape;109;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 name="Google Shape;110;p23"/>
          <p:cNvSpPr txBox="1"/>
          <p:nvPr>
            <p:ph idx="12" type="sldNum"/>
          </p:nvPr>
        </p:nvSpPr>
        <p:spPr>
          <a:xfrm>
            <a:off x="8417504" y="4509351"/>
            <a:ext cx="548700" cy="393600"/>
          </a:xfrm>
          <a:prstGeom prst="rect">
            <a:avLst/>
          </a:prstGeom>
          <a:noFill/>
          <a:ln>
            <a:noFill/>
          </a:ln>
        </p:spPr>
        <p:txBody>
          <a:bodyPr anchorCtr="0" anchor="ctr" bIns="91425" lIns="91425" spcFirstLastPara="1" rIns="91425" wrap="square" tIns="91425">
            <a:norm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a:p>
        </p:txBody>
      </p:sp>
      <p:sp>
        <p:nvSpPr>
          <p:cNvPr id="111" name="Google Shape;111;p23"/>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112" name="Google Shape;112;p23"/>
          <p:cNvPicPr preferRelativeResize="0"/>
          <p:nvPr/>
        </p:nvPicPr>
        <p:blipFill rotWithShape="1">
          <a:blip r:embed="rId2">
            <a:alphaModFix/>
          </a:blip>
          <a:srcRect b="0" l="0" r="0" t="0"/>
          <a:stretch/>
        </p:blipFill>
        <p:spPr>
          <a:xfrm>
            <a:off x="147559" y="4776975"/>
            <a:ext cx="229582" cy="2298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emplate - keep it empty 1">
  <p:cSld name="CUSTOM_3_1">
    <p:spTree>
      <p:nvGrpSpPr>
        <p:cNvPr id="113" name="Shape 113"/>
        <p:cNvGrpSpPr/>
        <p:nvPr/>
      </p:nvGrpSpPr>
      <p:grpSpPr>
        <a:xfrm>
          <a:off x="0" y="0"/>
          <a:ext cx="0" cy="0"/>
          <a:chOff x="0" y="0"/>
          <a:chExt cx="0" cy="0"/>
        </a:xfrm>
      </p:grpSpPr>
      <p:sp>
        <p:nvSpPr>
          <p:cNvPr id="114" name="Google Shape;114;p24"/>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115" name="Google Shape;115;p24"/>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emplate - keep it empty 1 2">
  <p:cSld name="CUSTOM_3_1_1">
    <p:spTree>
      <p:nvGrpSpPr>
        <p:cNvPr id="116" name="Shape 116"/>
        <p:cNvGrpSpPr/>
        <p:nvPr/>
      </p:nvGrpSpPr>
      <p:grpSpPr>
        <a:xfrm>
          <a:off x="0" y="0"/>
          <a:ext cx="0" cy="0"/>
          <a:chOff x="0" y="0"/>
          <a:chExt cx="0" cy="0"/>
        </a:xfrm>
      </p:grpSpPr>
      <p:sp>
        <p:nvSpPr>
          <p:cNvPr id="117" name="Google Shape;117;p25"/>
          <p:cNvSpPr/>
          <p:nvPr/>
        </p:nvSpPr>
        <p:spPr>
          <a:xfrm>
            <a:off x="0" y="0"/>
            <a:ext cx="9144000" cy="1051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118" name="Google Shape;118;p25"/>
          <p:cNvPicPr preferRelativeResize="0"/>
          <p:nvPr/>
        </p:nvPicPr>
        <p:blipFill rotWithShape="1">
          <a:blip r:embed="rId2">
            <a:alphaModFix/>
          </a:blip>
          <a:srcRect b="0" l="0" r="0" t="0"/>
          <a:stretch/>
        </p:blipFill>
        <p:spPr>
          <a:xfrm>
            <a:off x="70121" y="76212"/>
            <a:ext cx="206623" cy="206821"/>
          </a:xfrm>
          <a:prstGeom prst="rect">
            <a:avLst/>
          </a:prstGeom>
          <a:noFill/>
          <a:ln>
            <a:noFill/>
          </a:ln>
        </p:spPr>
      </p:pic>
      <p:cxnSp>
        <p:nvCxnSpPr>
          <p:cNvPr id="119" name="Google Shape;119;p25"/>
          <p:cNvCxnSpPr/>
          <p:nvPr/>
        </p:nvCxnSpPr>
        <p:spPr>
          <a:xfrm>
            <a:off x="3541337" y="176812"/>
            <a:ext cx="0" cy="686700"/>
          </a:xfrm>
          <a:prstGeom prst="straightConnector1">
            <a:avLst/>
          </a:prstGeom>
          <a:noFill/>
          <a:ln cap="flat" cmpd="sng" w="19050">
            <a:solidFill>
              <a:srgbClr val="F8485E"/>
            </a:solidFill>
            <a:prstDash val="solid"/>
            <a:round/>
            <a:headEnd len="med" w="med" type="none"/>
            <a:tailEnd len="med" w="med" type="none"/>
          </a:ln>
        </p:spPr>
      </p:cxnSp>
      <p:cxnSp>
        <p:nvCxnSpPr>
          <p:cNvPr id="120" name="Google Shape;120;p25"/>
          <p:cNvCxnSpPr/>
          <p:nvPr/>
        </p:nvCxnSpPr>
        <p:spPr>
          <a:xfrm>
            <a:off x="8325536" y="1173181"/>
            <a:ext cx="0" cy="3834300"/>
          </a:xfrm>
          <a:prstGeom prst="straightConnector1">
            <a:avLst/>
          </a:prstGeom>
          <a:noFill/>
          <a:ln cap="flat" cmpd="sng" w="9525">
            <a:solidFill>
              <a:srgbClr val="F8485E"/>
            </a:solidFill>
            <a:prstDash val="dot"/>
            <a:round/>
            <a:headEnd len="med" w="med" type="none"/>
            <a:tailEnd len="med" w="med" type="none"/>
          </a:ln>
        </p:spPr>
      </p:cxnSp>
      <p:sp>
        <p:nvSpPr>
          <p:cNvPr id="121" name="Google Shape;121;p25"/>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122" name="Google Shape;122;p25"/>
          <p:cNvPicPr preferRelativeResize="0"/>
          <p:nvPr/>
        </p:nvPicPr>
        <p:blipFill rotWithShape="1">
          <a:blip r:embed="rId2">
            <a:alphaModFix/>
          </a:blip>
          <a:srcRect b="0" l="0" r="0" t="0"/>
          <a:stretch/>
        </p:blipFill>
        <p:spPr>
          <a:xfrm>
            <a:off x="147559" y="4776975"/>
            <a:ext cx="229559" cy="229777"/>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a) Divider - Title two grey dots ">
  <p:cSld name="CUSTOM_2_2_1">
    <p:spTree>
      <p:nvGrpSpPr>
        <p:cNvPr id="123" name="Shape 123"/>
        <p:cNvGrpSpPr/>
        <p:nvPr/>
      </p:nvGrpSpPr>
      <p:grpSpPr>
        <a:xfrm>
          <a:off x="0" y="0"/>
          <a:ext cx="0" cy="0"/>
          <a:chOff x="0" y="0"/>
          <a:chExt cx="0" cy="0"/>
        </a:xfrm>
      </p:grpSpPr>
      <p:pic>
        <p:nvPicPr>
          <p:cNvPr id="124" name="Google Shape;124;p26"/>
          <p:cNvPicPr preferRelativeResize="0"/>
          <p:nvPr/>
        </p:nvPicPr>
        <p:blipFill rotWithShape="1">
          <a:blip r:embed="rId2">
            <a:alphaModFix/>
          </a:blip>
          <a:srcRect b="0" l="0" r="30001" t="44937"/>
          <a:stretch/>
        </p:blipFill>
        <p:spPr>
          <a:xfrm>
            <a:off x="5795700" y="0"/>
            <a:ext cx="3348299" cy="2663900"/>
          </a:xfrm>
          <a:prstGeom prst="rect">
            <a:avLst/>
          </a:prstGeom>
          <a:noFill/>
          <a:ln>
            <a:noFill/>
          </a:ln>
        </p:spPr>
      </p:pic>
      <p:pic>
        <p:nvPicPr>
          <p:cNvPr id="125" name="Google Shape;125;p26"/>
          <p:cNvPicPr preferRelativeResize="0"/>
          <p:nvPr/>
        </p:nvPicPr>
        <p:blipFill rotWithShape="1">
          <a:blip r:embed="rId2">
            <a:alphaModFix/>
          </a:blip>
          <a:srcRect b="0" l="54585" r="0" t="0"/>
          <a:stretch/>
        </p:blipFill>
        <p:spPr>
          <a:xfrm>
            <a:off x="0" y="3393300"/>
            <a:ext cx="587225" cy="1292999"/>
          </a:xfrm>
          <a:prstGeom prst="rect">
            <a:avLst/>
          </a:prstGeom>
          <a:noFill/>
          <a:ln>
            <a:noFill/>
          </a:ln>
        </p:spPr>
      </p:pic>
      <p:sp>
        <p:nvSpPr>
          <p:cNvPr id="126" name="Google Shape;126;p26"/>
          <p:cNvSpPr txBox="1"/>
          <p:nvPr>
            <p:ph type="title"/>
          </p:nvPr>
        </p:nvSpPr>
        <p:spPr>
          <a:xfrm>
            <a:off x="1106619" y="1185786"/>
            <a:ext cx="7218000" cy="1107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rgbClr val="3C3C3A"/>
              </a:buClr>
              <a:buSzPts val="4200"/>
              <a:buFont typeface="Montserrat Light"/>
              <a:buNone/>
              <a:defRPr sz="4200">
                <a:solidFill>
                  <a:srgbClr val="3C3C3A"/>
                </a:solidFill>
                <a:latin typeface="Montserrat Light"/>
                <a:ea typeface="Montserrat Light"/>
                <a:cs typeface="Montserrat Light"/>
                <a:sym typeface="Montserrat Light"/>
              </a:defRPr>
            </a:lvl1pPr>
            <a:lvl2pPr lvl="1">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lnSpc>
                <a:spcPct val="100000"/>
              </a:lnSpc>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127" name="Google Shape;127;p26"/>
          <p:cNvSpPr txBox="1"/>
          <p:nvPr>
            <p:ph idx="1" type="subTitle"/>
          </p:nvPr>
        </p:nvSpPr>
        <p:spPr>
          <a:xfrm>
            <a:off x="1141215" y="975186"/>
            <a:ext cx="2937000" cy="210600"/>
          </a:xfrm>
          <a:prstGeom prst="rect">
            <a:avLst/>
          </a:prstGeom>
        </p:spPr>
        <p:txBody>
          <a:bodyPr anchorCtr="0" anchor="t" bIns="0" lIns="0" spcFirstLastPara="1" rIns="0" wrap="square" tIns="0">
            <a:noAutofit/>
          </a:bodyPr>
          <a:lstStyle>
            <a:lvl1pPr lvl="0">
              <a:spcBef>
                <a:spcPts val="0"/>
              </a:spcBef>
              <a:spcAft>
                <a:spcPts val="0"/>
              </a:spcAft>
              <a:buClr>
                <a:srgbClr val="F8485E"/>
              </a:buClr>
              <a:buSzPts val="1000"/>
              <a:buFont typeface="Montserrat"/>
              <a:buNone/>
              <a:defRPr b="1" sz="1000">
                <a:solidFill>
                  <a:srgbClr val="F8485E"/>
                </a:solidFill>
                <a:latin typeface="Montserrat"/>
                <a:ea typeface="Montserrat"/>
                <a:cs typeface="Montserrat"/>
                <a:sym typeface="Montserrat"/>
              </a:defRPr>
            </a:lvl1pPr>
            <a:lvl2pPr lvl="1">
              <a:spcBef>
                <a:spcPts val="0"/>
              </a:spcBef>
              <a:spcAft>
                <a:spcPts val="0"/>
              </a:spcAft>
              <a:buClr>
                <a:srgbClr val="F8485E"/>
              </a:buClr>
              <a:buSzPts val="1400"/>
              <a:buNone/>
              <a:defRPr>
                <a:solidFill>
                  <a:srgbClr val="F8485E"/>
                </a:solidFill>
              </a:defRPr>
            </a:lvl2pPr>
            <a:lvl3pPr lvl="2">
              <a:spcBef>
                <a:spcPts val="0"/>
              </a:spcBef>
              <a:spcAft>
                <a:spcPts val="0"/>
              </a:spcAft>
              <a:buClr>
                <a:srgbClr val="F8485E"/>
              </a:buClr>
              <a:buSzPts val="1400"/>
              <a:buNone/>
              <a:defRPr>
                <a:solidFill>
                  <a:srgbClr val="F8485E"/>
                </a:solidFill>
              </a:defRPr>
            </a:lvl3pPr>
            <a:lvl4pPr lvl="3">
              <a:spcBef>
                <a:spcPts val="0"/>
              </a:spcBef>
              <a:spcAft>
                <a:spcPts val="0"/>
              </a:spcAft>
              <a:buClr>
                <a:srgbClr val="F8485E"/>
              </a:buClr>
              <a:buSzPts val="1400"/>
              <a:buNone/>
              <a:defRPr>
                <a:solidFill>
                  <a:srgbClr val="F8485E"/>
                </a:solidFill>
              </a:defRPr>
            </a:lvl4pPr>
            <a:lvl5pPr lvl="4">
              <a:spcBef>
                <a:spcPts val="0"/>
              </a:spcBef>
              <a:spcAft>
                <a:spcPts val="0"/>
              </a:spcAft>
              <a:buClr>
                <a:srgbClr val="F8485E"/>
              </a:buClr>
              <a:buSzPts val="1400"/>
              <a:buNone/>
              <a:defRPr>
                <a:solidFill>
                  <a:srgbClr val="F8485E"/>
                </a:solidFill>
              </a:defRPr>
            </a:lvl5pPr>
            <a:lvl6pPr lvl="5">
              <a:spcBef>
                <a:spcPts val="0"/>
              </a:spcBef>
              <a:spcAft>
                <a:spcPts val="0"/>
              </a:spcAft>
              <a:buClr>
                <a:srgbClr val="F8485E"/>
              </a:buClr>
              <a:buSzPts val="1400"/>
              <a:buNone/>
              <a:defRPr>
                <a:solidFill>
                  <a:srgbClr val="F8485E"/>
                </a:solidFill>
              </a:defRPr>
            </a:lvl6pPr>
            <a:lvl7pPr lvl="6">
              <a:spcBef>
                <a:spcPts val="0"/>
              </a:spcBef>
              <a:spcAft>
                <a:spcPts val="0"/>
              </a:spcAft>
              <a:buClr>
                <a:srgbClr val="F8485E"/>
              </a:buClr>
              <a:buSzPts val="1400"/>
              <a:buNone/>
              <a:defRPr>
                <a:solidFill>
                  <a:srgbClr val="F8485E"/>
                </a:solidFill>
              </a:defRPr>
            </a:lvl7pPr>
            <a:lvl8pPr lvl="7">
              <a:spcBef>
                <a:spcPts val="0"/>
              </a:spcBef>
              <a:spcAft>
                <a:spcPts val="0"/>
              </a:spcAft>
              <a:buClr>
                <a:srgbClr val="F8485E"/>
              </a:buClr>
              <a:buSzPts val="1400"/>
              <a:buNone/>
              <a:defRPr>
                <a:solidFill>
                  <a:srgbClr val="F8485E"/>
                </a:solidFill>
              </a:defRPr>
            </a:lvl8pPr>
            <a:lvl9pPr lvl="8">
              <a:spcBef>
                <a:spcPts val="0"/>
              </a:spcBef>
              <a:spcAft>
                <a:spcPts val="0"/>
              </a:spcAft>
              <a:buClr>
                <a:srgbClr val="F8485E"/>
              </a:buClr>
              <a:buSzPts val="1400"/>
              <a:buNone/>
              <a:defRPr>
                <a:solidFill>
                  <a:srgbClr val="F8485E"/>
                </a:solidFill>
              </a:defRPr>
            </a:lvl9pPr>
          </a:lstStyle>
          <a:p/>
        </p:txBody>
      </p:sp>
      <p:sp>
        <p:nvSpPr>
          <p:cNvPr id="128" name="Google Shape;128;p26"/>
          <p:cNvSpPr txBox="1"/>
          <p:nvPr>
            <p:ph idx="2" type="body"/>
          </p:nvPr>
        </p:nvSpPr>
        <p:spPr>
          <a:xfrm>
            <a:off x="1141225" y="2420950"/>
            <a:ext cx="5292000" cy="1605000"/>
          </a:xfrm>
          <a:prstGeom prst="rect">
            <a:avLst/>
          </a:prstGeom>
        </p:spPr>
        <p:txBody>
          <a:bodyPr anchorCtr="0" anchor="t" bIns="0" lIns="0" spcFirstLastPara="1" rIns="0" wrap="square" tIns="0">
            <a:noAutofit/>
          </a:bodyPr>
          <a:lstStyle>
            <a:lvl1pPr indent="-292100" lvl="0" marL="4572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1pPr>
            <a:lvl2pPr indent="-292100" lvl="1" marL="9144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2pPr>
            <a:lvl3pPr indent="-292100" lvl="2" marL="13716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3pPr>
            <a:lvl4pPr indent="-292100" lvl="3" marL="18288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4pPr>
            <a:lvl5pPr indent="-292100" lvl="4" marL="22860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5pPr>
            <a:lvl6pPr indent="-292100" lvl="5" marL="27432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6pPr>
            <a:lvl7pPr indent="-292100" lvl="6" marL="32004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7pPr>
            <a:lvl8pPr indent="-292100" lvl="7" marL="36576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8pPr>
            <a:lvl9pPr indent="-292100" lvl="8" marL="4114800">
              <a:lnSpc>
                <a:spcPct val="80000"/>
              </a:lnSpc>
              <a:spcBef>
                <a:spcPts val="0"/>
              </a:spcBef>
              <a:spcAft>
                <a:spcPts val="0"/>
              </a:spcAft>
              <a:buClr>
                <a:srgbClr val="3C3C3A"/>
              </a:buClr>
              <a:buSzPts val="1000"/>
              <a:buFont typeface="Montserrat Light"/>
              <a:buChar char="■"/>
              <a:defRPr sz="1000">
                <a:solidFill>
                  <a:srgbClr val="3C3C3A"/>
                </a:solidFill>
                <a:latin typeface="Montserrat Light"/>
                <a:ea typeface="Montserrat Light"/>
                <a:cs typeface="Montserrat Light"/>
                <a:sym typeface="Montserrat Light"/>
              </a:defRPr>
            </a:lvl9pPr>
          </a:lstStyle>
          <a:p/>
        </p:txBody>
      </p:sp>
      <p:sp>
        <p:nvSpPr>
          <p:cNvPr id="129" name="Google Shape;129;p26"/>
          <p:cNvSpPr txBox="1"/>
          <p:nvPr/>
        </p:nvSpPr>
        <p:spPr>
          <a:xfrm>
            <a:off x="1080000" y="4436100"/>
            <a:ext cx="2937000" cy="338700"/>
          </a:xfrm>
          <a:prstGeom prst="rect">
            <a:avLst/>
          </a:prstGeom>
          <a:noFill/>
          <a:ln>
            <a:noFill/>
          </a:ln>
        </p:spPr>
        <p:txBody>
          <a:bodyPr anchorCtr="0" anchor="t" bIns="0" lIns="0" spcFirstLastPara="1" rIns="0" wrap="square" tIns="0">
            <a:spAutoFit/>
          </a:bodyPr>
          <a:lstStyle/>
          <a:p>
            <a:pPr indent="0" lvl="0" marL="12700" rtl="0" algn="l">
              <a:spcBef>
                <a:spcPts val="0"/>
              </a:spcBef>
              <a:spcAft>
                <a:spcPts val="0"/>
              </a:spcAft>
              <a:buNone/>
            </a:pPr>
            <a:r>
              <a:rPr b="1" lang="en-GB" sz="1200">
                <a:solidFill>
                  <a:srgbClr val="EB475E"/>
                </a:solidFill>
                <a:latin typeface="Montserrat"/>
                <a:ea typeface="Montserrat"/>
                <a:cs typeface="Montserrat"/>
                <a:sym typeface="Montserrat"/>
              </a:rPr>
              <a:t>AI-driven tech consulting</a:t>
            </a:r>
            <a:endParaRPr sz="1200">
              <a:latin typeface="Montserrat"/>
              <a:ea typeface="Montserrat"/>
              <a:cs typeface="Montserrat"/>
              <a:sym typeface="Montserrat"/>
            </a:endParaRPr>
          </a:p>
          <a:p>
            <a:pPr indent="0" lvl="0" marL="0" rtl="0" algn="l">
              <a:spcBef>
                <a:spcPts val="0"/>
              </a:spcBef>
              <a:spcAft>
                <a:spcPts val="0"/>
              </a:spcAft>
              <a:buNone/>
            </a:pPr>
            <a:r>
              <a:t/>
            </a:r>
            <a:endParaRPr b="1" sz="1000">
              <a:solidFill>
                <a:srgbClr val="F8485E"/>
              </a:solidFill>
              <a:latin typeface="Montserrat"/>
              <a:ea typeface="Montserrat"/>
              <a:cs typeface="Montserrat"/>
              <a:sym typeface="Montserrat"/>
            </a:endParaRPr>
          </a:p>
        </p:txBody>
      </p:sp>
      <p:sp>
        <p:nvSpPr>
          <p:cNvPr id="130" name="Google Shape;130;p26"/>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131" name="Google Shape;131;p26"/>
          <p:cNvPicPr preferRelativeResize="0"/>
          <p:nvPr/>
        </p:nvPicPr>
        <p:blipFill rotWithShape="1">
          <a:blip r:embed="rId3">
            <a:alphaModFix/>
          </a:blip>
          <a:srcRect b="0" l="0" r="0" t="0"/>
          <a:stretch/>
        </p:blipFill>
        <p:spPr>
          <a:xfrm>
            <a:off x="147559" y="4776975"/>
            <a:ext cx="229535" cy="229753"/>
          </a:xfrm>
          <a:prstGeom prst="rect">
            <a:avLst/>
          </a:prstGeom>
          <a:noFill/>
          <a:ln>
            <a:noFill/>
          </a:ln>
        </p:spPr>
      </p:pic>
    </p:spTree>
  </p:cSld>
  <p:clrMapOvr>
    <a:masterClrMapping/>
  </p:clrMapOvr>
  <p:extLst>
    <p:ext uri="{DCECCB84-F9BA-43D5-87BE-67443E8EF086}">
      <p15:sldGuideLst>
        <p15:guide id="1" pos="719">
          <p15:clr>
            <a:srgbClr val="FA7B17"/>
          </p15:clr>
        </p15:guide>
        <p15:guide id="2" orient="horz" pos="768">
          <p15:clr>
            <a:srgbClr val="FA7B17"/>
          </p15:clr>
        </p15:guide>
        <p15:guide id="3" orient="horz" pos="2803">
          <p15:clr>
            <a:srgbClr val="FA7B17"/>
          </p15:clr>
        </p15:guide>
        <p15:guide id="4" orient="horz" pos="2154">
          <p15:clr>
            <a:srgbClr val="FA7B17"/>
          </p15:clr>
        </p15:guide>
        <p15:guide id="5" pos="3458">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7"/>
          <p:cNvSpPr txBox="1"/>
          <p:nvPr/>
        </p:nvSpPr>
        <p:spPr>
          <a:xfrm>
            <a:off x="8472458" y="4663217"/>
            <a:ext cx="54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b="1" lang="en-GB" sz="1000">
                <a:solidFill>
                  <a:srgbClr val="595959"/>
                </a:solidFill>
                <a:latin typeface="Montserrat"/>
                <a:ea typeface="Montserrat"/>
                <a:cs typeface="Montserrat"/>
                <a:sym typeface="Montserrat"/>
              </a:rPr>
              <a:t>‹#›</a:t>
            </a:fld>
            <a:endParaRPr b="1" sz="1000">
              <a:solidFill>
                <a:srgbClr val="595959"/>
              </a:solidFill>
              <a:latin typeface="Montserrat"/>
              <a:ea typeface="Montserrat"/>
              <a:cs typeface="Montserrat"/>
              <a:sym typeface="Montserrat"/>
            </a:endParaRPr>
          </a:p>
        </p:txBody>
      </p:sp>
      <p:pic>
        <p:nvPicPr>
          <p:cNvPr id="134" name="Google Shape;134;p27"/>
          <p:cNvPicPr preferRelativeResize="0"/>
          <p:nvPr/>
        </p:nvPicPr>
        <p:blipFill rotWithShape="1">
          <a:blip r:embed="rId2">
            <a:alphaModFix/>
          </a:blip>
          <a:srcRect b="0" l="0" r="0" t="0"/>
          <a:stretch/>
        </p:blipFill>
        <p:spPr>
          <a:xfrm>
            <a:off x="147559" y="4776975"/>
            <a:ext cx="229535" cy="22975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1 1 1">
  <p:cSld name="9_Custom Layout_1_1_1">
    <p:spTree>
      <p:nvGrpSpPr>
        <p:cNvPr id="135" name="Shape 135"/>
        <p:cNvGrpSpPr/>
        <p:nvPr/>
      </p:nvGrpSpPr>
      <p:grpSpPr>
        <a:xfrm>
          <a:off x="0" y="0"/>
          <a:ext cx="0" cy="0"/>
          <a:chOff x="0" y="0"/>
          <a:chExt cx="0" cy="0"/>
        </a:xfrm>
      </p:grpSpPr>
      <p:grpSp>
        <p:nvGrpSpPr>
          <p:cNvPr id="136" name="Google Shape;136;p28"/>
          <p:cNvGrpSpPr/>
          <p:nvPr/>
        </p:nvGrpSpPr>
        <p:grpSpPr>
          <a:xfrm>
            <a:off x="8578314" y="4759035"/>
            <a:ext cx="219935" cy="219873"/>
            <a:chOff x="808340" y="9967939"/>
            <a:chExt cx="618490" cy="618490"/>
          </a:xfrm>
        </p:grpSpPr>
        <p:sp>
          <p:nvSpPr>
            <p:cNvPr id="137" name="Google Shape;137;p28"/>
            <p:cNvSpPr/>
            <p:nvPr/>
          </p:nvSpPr>
          <p:spPr>
            <a:xfrm>
              <a:off x="808340" y="9967939"/>
              <a:ext cx="618490" cy="618490"/>
            </a:xfrm>
            <a:custGeom>
              <a:rect b="b" l="l" r="r" t="t"/>
              <a:pathLst>
                <a:path extrusionOk="0" h="618490" w="618490">
                  <a:moveTo>
                    <a:pt x="308964" y="0"/>
                  </a:moveTo>
                  <a:lnTo>
                    <a:pt x="263308" y="3349"/>
                  </a:lnTo>
                  <a:lnTo>
                    <a:pt x="219733" y="13080"/>
                  </a:lnTo>
                  <a:lnTo>
                    <a:pt x="178715" y="28714"/>
                  </a:lnTo>
                  <a:lnTo>
                    <a:pt x="140733" y="49773"/>
                  </a:lnTo>
                  <a:lnTo>
                    <a:pt x="106265" y="75779"/>
                  </a:lnTo>
                  <a:lnTo>
                    <a:pt x="75788" y="106254"/>
                  </a:lnTo>
                  <a:lnTo>
                    <a:pt x="49781" y="140721"/>
                  </a:lnTo>
                  <a:lnTo>
                    <a:pt x="28720" y="178701"/>
                  </a:lnTo>
                  <a:lnTo>
                    <a:pt x="13085" y="219717"/>
                  </a:lnTo>
                  <a:lnTo>
                    <a:pt x="3352" y="263290"/>
                  </a:lnTo>
                  <a:lnTo>
                    <a:pt x="0" y="308943"/>
                  </a:lnTo>
                  <a:lnTo>
                    <a:pt x="3352" y="354627"/>
                  </a:lnTo>
                  <a:lnTo>
                    <a:pt x="13085" y="398201"/>
                  </a:lnTo>
                  <a:lnTo>
                    <a:pt x="28720" y="439217"/>
                  </a:lnTo>
                  <a:lnTo>
                    <a:pt x="49780" y="477197"/>
                  </a:lnTo>
                  <a:lnTo>
                    <a:pt x="75787" y="511664"/>
                  </a:lnTo>
                  <a:lnTo>
                    <a:pt x="106264" y="542140"/>
                  </a:lnTo>
                  <a:lnTo>
                    <a:pt x="140731" y="568147"/>
                  </a:lnTo>
                  <a:lnTo>
                    <a:pt x="178711" y="589208"/>
                  </a:lnTo>
                  <a:lnTo>
                    <a:pt x="219727" y="604843"/>
                  </a:lnTo>
                  <a:lnTo>
                    <a:pt x="263300" y="614576"/>
                  </a:lnTo>
                  <a:lnTo>
                    <a:pt x="308953" y="617928"/>
                  </a:lnTo>
                  <a:lnTo>
                    <a:pt x="354630" y="614576"/>
                  </a:lnTo>
                  <a:lnTo>
                    <a:pt x="398205" y="604843"/>
                  </a:lnTo>
                  <a:lnTo>
                    <a:pt x="439223" y="589207"/>
                  </a:lnTo>
                  <a:lnTo>
                    <a:pt x="477204" y="568147"/>
                  </a:lnTo>
                  <a:lnTo>
                    <a:pt x="511672" y="542139"/>
                  </a:lnTo>
                  <a:lnTo>
                    <a:pt x="542148" y="511663"/>
                  </a:lnTo>
                  <a:lnTo>
                    <a:pt x="568155" y="477194"/>
                  </a:lnTo>
                  <a:lnTo>
                    <a:pt x="589214" y="439213"/>
                  </a:lnTo>
                  <a:lnTo>
                    <a:pt x="604848" y="398195"/>
                  </a:lnTo>
                  <a:lnTo>
                    <a:pt x="614579" y="354620"/>
                  </a:lnTo>
                  <a:lnTo>
                    <a:pt x="617928" y="308964"/>
                  </a:lnTo>
                  <a:lnTo>
                    <a:pt x="614578" y="263308"/>
                  </a:lnTo>
                  <a:lnTo>
                    <a:pt x="604847" y="219732"/>
                  </a:lnTo>
                  <a:lnTo>
                    <a:pt x="589212" y="178714"/>
                  </a:lnTo>
                  <a:lnTo>
                    <a:pt x="568152" y="140731"/>
                  </a:lnTo>
                  <a:lnTo>
                    <a:pt x="542144" y="106262"/>
                  </a:lnTo>
                  <a:lnTo>
                    <a:pt x="511666" y="75784"/>
                  </a:lnTo>
                  <a:lnTo>
                    <a:pt x="477197" y="49776"/>
                  </a:lnTo>
                  <a:lnTo>
                    <a:pt x="439214" y="28716"/>
                  </a:lnTo>
                  <a:lnTo>
                    <a:pt x="398196" y="13081"/>
                  </a:lnTo>
                  <a:lnTo>
                    <a:pt x="354620" y="3350"/>
                  </a:lnTo>
                  <a:lnTo>
                    <a:pt x="308964" y="0"/>
                  </a:lnTo>
                  <a:close/>
                </a:path>
              </a:pathLst>
            </a:custGeom>
            <a:solidFill>
              <a:srgbClr val="EB475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18"/>
                <a:buFont typeface="Arial"/>
                <a:buNone/>
              </a:pPr>
              <a:r>
                <a:t/>
              </a:r>
              <a:endParaRPr b="0" i="0" sz="818" u="none" cap="none" strike="noStrike">
                <a:solidFill>
                  <a:srgbClr val="000000"/>
                </a:solidFill>
                <a:latin typeface="Arial"/>
                <a:ea typeface="Arial"/>
                <a:cs typeface="Arial"/>
                <a:sym typeface="Arial"/>
              </a:endParaRPr>
            </a:p>
          </p:txBody>
        </p:sp>
        <p:sp>
          <p:nvSpPr>
            <p:cNvPr id="138" name="Google Shape;138;p28"/>
            <p:cNvSpPr/>
            <p:nvPr/>
          </p:nvSpPr>
          <p:spPr>
            <a:xfrm>
              <a:off x="919940" y="10070835"/>
              <a:ext cx="403859" cy="399415"/>
            </a:xfrm>
            <a:custGeom>
              <a:rect b="b" l="l" r="r" t="t"/>
              <a:pathLst>
                <a:path extrusionOk="0" h="399415" w="403859">
                  <a:moveTo>
                    <a:pt x="284870" y="0"/>
                  </a:moveTo>
                  <a:lnTo>
                    <a:pt x="209061" y="0"/>
                  </a:lnTo>
                  <a:lnTo>
                    <a:pt x="209061" y="325152"/>
                  </a:lnTo>
                  <a:lnTo>
                    <a:pt x="146477" y="325152"/>
                  </a:lnTo>
                  <a:lnTo>
                    <a:pt x="116633" y="320305"/>
                  </a:lnTo>
                  <a:lnTo>
                    <a:pt x="95110" y="306336"/>
                  </a:lnTo>
                  <a:lnTo>
                    <a:pt x="82075" y="284105"/>
                  </a:lnTo>
                  <a:lnTo>
                    <a:pt x="77693" y="254473"/>
                  </a:lnTo>
                  <a:lnTo>
                    <a:pt x="82296" y="223746"/>
                  </a:lnTo>
                  <a:lnTo>
                    <a:pt x="95699" y="201637"/>
                  </a:lnTo>
                  <a:lnTo>
                    <a:pt x="117296" y="188277"/>
                  </a:lnTo>
                  <a:lnTo>
                    <a:pt x="146477" y="183795"/>
                  </a:lnTo>
                  <a:lnTo>
                    <a:pt x="195302" y="183795"/>
                  </a:lnTo>
                  <a:lnTo>
                    <a:pt x="192182" y="161160"/>
                  </a:lnTo>
                  <a:lnTo>
                    <a:pt x="189262" y="145915"/>
                  </a:lnTo>
                  <a:lnTo>
                    <a:pt x="184852" y="131132"/>
                  </a:lnTo>
                  <a:lnTo>
                    <a:pt x="177261" y="109881"/>
                  </a:lnTo>
                  <a:lnTo>
                    <a:pt x="144592" y="109881"/>
                  </a:lnTo>
                  <a:lnTo>
                    <a:pt x="88695" y="117902"/>
                  </a:lnTo>
                  <a:lnTo>
                    <a:pt x="47728" y="139729"/>
                  </a:lnTo>
                  <a:lnTo>
                    <a:pt x="20251" y="172003"/>
                  </a:lnTo>
                  <a:lnTo>
                    <a:pt x="4822" y="211370"/>
                  </a:lnTo>
                  <a:lnTo>
                    <a:pt x="0" y="254473"/>
                  </a:lnTo>
                  <a:lnTo>
                    <a:pt x="7740" y="307359"/>
                  </a:lnTo>
                  <a:lnTo>
                    <a:pt x="29006" y="347949"/>
                  </a:lnTo>
                  <a:lnTo>
                    <a:pt x="60860" y="376555"/>
                  </a:lnTo>
                  <a:lnTo>
                    <a:pt x="100367" y="393490"/>
                  </a:lnTo>
                  <a:lnTo>
                    <a:pt x="144592" y="399066"/>
                  </a:lnTo>
                  <a:lnTo>
                    <a:pt x="284870" y="399066"/>
                  </a:lnTo>
                  <a:lnTo>
                    <a:pt x="284870" y="183041"/>
                  </a:lnTo>
                  <a:lnTo>
                    <a:pt x="403233" y="183041"/>
                  </a:lnTo>
                  <a:lnTo>
                    <a:pt x="403233" y="109881"/>
                  </a:lnTo>
                  <a:lnTo>
                    <a:pt x="284870" y="109881"/>
                  </a:lnTo>
                  <a:lnTo>
                    <a:pt x="2848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18"/>
                <a:buFont typeface="Arial"/>
                <a:buNone/>
              </a:pPr>
              <a:r>
                <a:t/>
              </a:r>
              <a:endParaRPr b="0" i="0" sz="818" u="none" cap="none" strike="noStrike">
                <a:solidFill>
                  <a:srgbClr val="000000"/>
                </a:solidFill>
                <a:latin typeface="Arial"/>
                <a:ea typeface="Arial"/>
                <a:cs typeface="Arial"/>
                <a:sym typeface="Arial"/>
              </a:endParaRPr>
            </a:p>
          </p:txBody>
        </p:sp>
      </p:grpSp>
      <p:sp>
        <p:nvSpPr>
          <p:cNvPr id="139" name="Google Shape;139;p28"/>
          <p:cNvSpPr txBox="1"/>
          <p:nvPr/>
        </p:nvSpPr>
        <p:spPr>
          <a:xfrm>
            <a:off x="89100" y="4672167"/>
            <a:ext cx="548700" cy="393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75"/>
              <a:buFont typeface="Arial"/>
              <a:buNone/>
            </a:pPr>
            <a:fld id="{00000000-1234-1234-1234-123412341234}" type="slidenum">
              <a:rPr b="0" i="0" lang="en-GB" sz="975" u="none" cap="none" strike="noStrike">
                <a:solidFill>
                  <a:srgbClr val="595959"/>
                </a:solidFill>
                <a:latin typeface="Tajawal"/>
                <a:ea typeface="Tajawal"/>
                <a:cs typeface="Tajawal"/>
                <a:sym typeface="Tajawal"/>
              </a:rPr>
              <a:t>‹#›</a:t>
            </a:fld>
            <a:endParaRPr b="0" i="0" sz="975" u="none" cap="none" strike="noStrike">
              <a:solidFill>
                <a:srgbClr val="595959"/>
              </a:solidFill>
              <a:latin typeface="Tajawal"/>
              <a:ea typeface="Tajawal"/>
              <a:cs typeface="Tajawal"/>
              <a:sym typeface="Tajawal"/>
            </a:endParaRPr>
          </a:p>
        </p:txBody>
      </p:sp>
      <p:pic>
        <p:nvPicPr>
          <p:cNvPr id="140" name="Google Shape;140;p28"/>
          <p:cNvPicPr preferRelativeResize="0"/>
          <p:nvPr/>
        </p:nvPicPr>
        <p:blipFill>
          <a:blip r:embed="rId2">
            <a:alphaModFix/>
          </a:blip>
          <a:stretch>
            <a:fillRect/>
          </a:stretch>
        </p:blipFill>
        <p:spPr>
          <a:xfrm>
            <a:off x="562250" y="4847397"/>
            <a:ext cx="7871549" cy="431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9" name="Shape 69"/>
        <p:cNvGrpSpPr/>
        <p:nvPr/>
      </p:nvGrpSpPr>
      <p:grpSpPr>
        <a:xfrm>
          <a:off x="0" y="0"/>
          <a:ext cx="0" cy="0"/>
          <a:chOff x="0" y="0"/>
          <a:chExt cx="0" cy="0"/>
        </a:xfrm>
      </p:grpSpPr>
      <p:sp>
        <p:nvSpPr>
          <p:cNvPr id="70" name="Google Shape;70;p16"/>
          <p:cNvSpPr txBox="1"/>
          <p:nvPr>
            <p:ph type="title"/>
          </p:nvPr>
        </p:nvSpPr>
        <p:spPr>
          <a:xfrm>
            <a:off x="674700" y="579450"/>
            <a:ext cx="5826000" cy="444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Montserrat Medium"/>
              <a:buNone/>
              <a:defRPr sz="1400">
                <a:latin typeface="Montserrat Medium"/>
                <a:ea typeface="Montserrat Medium"/>
                <a:cs typeface="Montserrat Medium"/>
                <a:sym typeface="Montserrat Medium"/>
              </a:defRPr>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71" name="Google Shape;71;p16"/>
          <p:cNvSpPr txBox="1"/>
          <p:nvPr>
            <p:ph idx="1" type="body"/>
          </p:nvPr>
        </p:nvSpPr>
        <p:spPr>
          <a:xfrm>
            <a:off x="706450" y="1262075"/>
            <a:ext cx="4556100" cy="2008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17500" lvl="1" marL="914400">
              <a:spcBef>
                <a:spcPts val="0"/>
              </a:spcBef>
              <a:spcAft>
                <a:spcPts val="0"/>
              </a:spcAft>
              <a:buSzPts val="1400"/>
              <a:buFont typeface="Montserrat"/>
              <a:buChar char="○"/>
              <a:defRPr sz="1400">
                <a:latin typeface="Montserrat"/>
                <a:ea typeface="Montserrat"/>
                <a:cs typeface="Montserrat"/>
                <a:sym typeface="Montserrat"/>
              </a:defRPr>
            </a:lvl2pPr>
            <a:lvl3pPr indent="-317500" lvl="2" marL="1371600">
              <a:spcBef>
                <a:spcPts val="0"/>
              </a:spcBef>
              <a:spcAft>
                <a:spcPts val="0"/>
              </a:spcAft>
              <a:buSzPts val="1400"/>
              <a:buFont typeface="Montserrat"/>
              <a:buChar char="■"/>
              <a:defRPr sz="1400">
                <a:latin typeface="Montserrat"/>
                <a:ea typeface="Montserrat"/>
                <a:cs typeface="Montserrat"/>
                <a:sym typeface="Montserrat"/>
              </a:defRPr>
            </a:lvl3pPr>
            <a:lvl4pPr indent="-317500" lvl="3" marL="1828800">
              <a:spcBef>
                <a:spcPts val="0"/>
              </a:spcBef>
              <a:spcAft>
                <a:spcPts val="0"/>
              </a:spcAft>
              <a:buSzPts val="1400"/>
              <a:buFont typeface="Montserrat"/>
              <a:buChar char="●"/>
              <a:defRPr sz="1400">
                <a:latin typeface="Montserrat"/>
                <a:ea typeface="Montserrat"/>
                <a:cs typeface="Montserrat"/>
                <a:sym typeface="Montserrat"/>
              </a:defRPr>
            </a:lvl4pPr>
            <a:lvl5pPr indent="-317500" lvl="4" marL="2286000">
              <a:spcBef>
                <a:spcPts val="0"/>
              </a:spcBef>
              <a:spcAft>
                <a:spcPts val="0"/>
              </a:spcAft>
              <a:buSzPts val="1400"/>
              <a:buFont typeface="Montserrat"/>
              <a:buChar char="○"/>
              <a:defRPr sz="1400">
                <a:latin typeface="Montserrat"/>
                <a:ea typeface="Montserrat"/>
                <a:cs typeface="Montserrat"/>
                <a:sym typeface="Montserrat"/>
              </a:defRPr>
            </a:lvl5pPr>
            <a:lvl6pPr indent="-317500" lvl="5" marL="2743200">
              <a:spcBef>
                <a:spcPts val="0"/>
              </a:spcBef>
              <a:spcAft>
                <a:spcPts val="0"/>
              </a:spcAft>
              <a:buSzPts val="1400"/>
              <a:buFont typeface="Montserrat"/>
              <a:buChar char="■"/>
              <a:defRPr sz="1400">
                <a:latin typeface="Montserrat"/>
                <a:ea typeface="Montserrat"/>
                <a:cs typeface="Montserrat"/>
                <a:sym typeface="Montserrat"/>
              </a:defRPr>
            </a:lvl6pPr>
            <a:lvl7pPr indent="-317500" lvl="6" marL="3200400">
              <a:spcBef>
                <a:spcPts val="0"/>
              </a:spcBef>
              <a:spcAft>
                <a:spcPts val="0"/>
              </a:spcAft>
              <a:buSzPts val="1400"/>
              <a:buFont typeface="Montserrat"/>
              <a:buChar char="●"/>
              <a:defRPr sz="1400">
                <a:latin typeface="Montserrat"/>
                <a:ea typeface="Montserrat"/>
                <a:cs typeface="Montserrat"/>
                <a:sym typeface="Montserrat"/>
              </a:defRPr>
            </a:lvl7pPr>
            <a:lvl8pPr indent="-317500" lvl="7" marL="3657600">
              <a:spcBef>
                <a:spcPts val="0"/>
              </a:spcBef>
              <a:spcAft>
                <a:spcPts val="0"/>
              </a:spcAft>
              <a:buSzPts val="1400"/>
              <a:buFont typeface="Montserrat"/>
              <a:buChar char="○"/>
              <a:defRPr sz="1400">
                <a:latin typeface="Montserrat"/>
                <a:ea typeface="Montserrat"/>
                <a:cs typeface="Montserrat"/>
                <a:sym typeface="Montserrat"/>
              </a:defRPr>
            </a:lvl8pPr>
            <a:lvl9pPr indent="-317500" lvl="8" marL="4114800">
              <a:spcBef>
                <a:spcPts val="0"/>
              </a:spcBef>
              <a:spcAft>
                <a:spcPts val="0"/>
              </a:spcAft>
              <a:buSzPts val="1400"/>
              <a:buFont typeface="Montserrat"/>
              <a:buChar char="■"/>
              <a:defRPr sz="1400">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8.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9"/>
          <p:cNvSpPr txBox="1"/>
          <p:nvPr/>
        </p:nvSpPr>
        <p:spPr>
          <a:xfrm>
            <a:off x="3703425" y="2040266"/>
            <a:ext cx="3150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Application web qui automatise entièrement la production des documents Business Impact Analysis (BIA) — de la génération des fiches par département jusqu'à la consolidation de la Synthèse BIA — en remplaçant des heures de travail manuel par quelques secondes de traitement automatisé.</a:t>
            </a:r>
            <a:endParaRPr b="1" sz="1100">
              <a:solidFill>
                <a:schemeClr val="dk1"/>
              </a:solidFill>
              <a:latin typeface="Montserrat"/>
              <a:ea typeface="Montserrat"/>
              <a:cs typeface="Montserrat"/>
              <a:sym typeface="Montserrat"/>
            </a:endParaRPr>
          </a:p>
        </p:txBody>
      </p:sp>
      <p:sp>
        <p:nvSpPr>
          <p:cNvPr id="146" name="Google Shape;146;p29"/>
          <p:cNvSpPr txBox="1"/>
          <p:nvPr/>
        </p:nvSpPr>
        <p:spPr>
          <a:xfrm>
            <a:off x="3703425" y="1719041"/>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GB" sz="1600">
                <a:solidFill>
                  <a:schemeClr val="lt2"/>
                </a:solidFill>
                <a:latin typeface="Montserrat SemiBold"/>
                <a:ea typeface="Montserrat SemiBold"/>
                <a:cs typeface="Montserrat SemiBold"/>
                <a:sym typeface="Montserrat SemiBold"/>
              </a:rPr>
              <a:t>Description </a:t>
            </a:r>
            <a:endParaRPr sz="1600">
              <a:solidFill>
                <a:schemeClr val="lt2"/>
              </a:solidFill>
            </a:endParaRPr>
          </a:p>
        </p:txBody>
      </p:sp>
      <p:sp>
        <p:nvSpPr>
          <p:cNvPr id="147" name="Google Shape;147;p29"/>
          <p:cNvSpPr txBox="1"/>
          <p:nvPr/>
        </p:nvSpPr>
        <p:spPr>
          <a:xfrm>
            <a:off x="3683125" y="3903150"/>
            <a:ext cx="4135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1"/>
                </a:solidFill>
                <a:latin typeface="Montserrat"/>
                <a:ea typeface="Montserrat"/>
                <a:cs typeface="Montserrat"/>
                <a:sym typeface="Montserrat"/>
              </a:rPr>
              <a:t>MVP livré et validé sur un projet client réel (STAR Assurances). Les deux modules sont pleinement opérationnels : génération automatique de fiches BIA par département et consolidation de la Synthèse BIA. Prêt à être déployé sur l'ensemble des missions BIA Devoteam MCO.</a:t>
            </a:r>
            <a:endParaRPr sz="1200">
              <a:solidFill>
                <a:schemeClr val="dk1"/>
              </a:solidFill>
              <a:latin typeface="Montserrat"/>
              <a:ea typeface="Montserrat"/>
              <a:cs typeface="Montserrat"/>
              <a:sym typeface="Montserrat"/>
            </a:endParaRPr>
          </a:p>
        </p:txBody>
      </p:sp>
      <p:sp>
        <p:nvSpPr>
          <p:cNvPr id="148" name="Google Shape;148;p29"/>
          <p:cNvSpPr txBox="1"/>
          <p:nvPr/>
        </p:nvSpPr>
        <p:spPr>
          <a:xfrm>
            <a:off x="3683130" y="3614925"/>
            <a:ext cx="4341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lt2"/>
                </a:solidFill>
                <a:latin typeface="Montserrat SemiBold"/>
                <a:ea typeface="Montserrat SemiBold"/>
                <a:cs typeface="Montserrat SemiBold"/>
                <a:sym typeface="Montserrat SemiBold"/>
              </a:rPr>
              <a:t>Progress</a:t>
            </a:r>
            <a:endParaRPr sz="1600">
              <a:solidFill>
                <a:schemeClr val="lt2"/>
              </a:solidFill>
              <a:latin typeface="Montserrat SemiBold"/>
              <a:ea typeface="Montserrat SemiBold"/>
              <a:cs typeface="Montserrat SemiBold"/>
              <a:sym typeface="Montserrat SemiBold"/>
            </a:endParaRPr>
          </a:p>
        </p:txBody>
      </p:sp>
      <p:sp>
        <p:nvSpPr>
          <p:cNvPr id="149" name="Google Shape;149;p29"/>
          <p:cNvSpPr txBox="1"/>
          <p:nvPr>
            <p:ph idx="4294967295" type="title"/>
          </p:nvPr>
        </p:nvSpPr>
        <p:spPr>
          <a:xfrm>
            <a:off x="3683123" y="1004243"/>
            <a:ext cx="5108400" cy="444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GB" sz="3000">
                <a:solidFill>
                  <a:schemeClr val="dk1"/>
                </a:solidFill>
              </a:rPr>
              <a:t>BIA Automation Tool</a:t>
            </a:r>
            <a:endParaRPr b="1" sz="3000">
              <a:solidFill>
                <a:schemeClr val="dk1"/>
              </a:solidFill>
            </a:endParaRPr>
          </a:p>
        </p:txBody>
      </p:sp>
      <p:pic>
        <p:nvPicPr>
          <p:cNvPr id="150" name="Google Shape;150;p29"/>
          <p:cNvPicPr preferRelativeResize="0"/>
          <p:nvPr/>
        </p:nvPicPr>
        <p:blipFill rotWithShape="1">
          <a:blip r:embed="rId3">
            <a:alphaModFix/>
          </a:blip>
          <a:srcRect b="-8834" l="-58479" r="0" t="-2425"/>
          <a:stretch/>
        </p:blipFill>
        <p:spPr>
          <a:xfrm>
            <a:off x="-2689850" y="-311600"/>
            <a:ext cx="6022200" cy="5988000"/>
          </a:xfrm>
          <a:prstGeom prst="ellipse">
            <a:avLst/>
          </a:prstGeom>
          <a:noFill/>
          <a:ln>
            <a:noFill/>
          </a:ln>
        </p:spPr>
      </p:pic>
      <p:pic>
        <p:nvPicPr>
          <p:cNvPr id="151" name="Google Shape;151;p29"/>
          <p:cNvPicPr preferRelativeResize="0"/>
          <p:nvPr/>
        </p:nvPicPr>
        <p:blipFill rotWithShape="1">
          <a:blip r:embed="rId4">
            <a:alphaModFix/>
          </a:blip>
          <a:srcRect b="0" l="0" r="0" t="0"/>
          <a:stretch/>
        </p:blipFill>
        <p:spPr>
          <a:xfrm>
            <a:off x="147559" y="4776975"/>
            <a:ext cx="229535" cy="229753"/>
          </a:xfrm>
          <a:prstGeom prst="rect">
            <a:avLst/>
          </a:prstGeom>
          <a:noFill/>
          <a:ln>
            <a:noFill/>
          </a:ln>
        </p:spPr>
      </p:pic>
      <p:sp>
        <p:nvSpPr>
          <p:cNvPr id="152" name="Rectangle 151"/>
          <p:cNvSpPr/>
          <p:nvPr/>
        </p:nvSpPr>
        <p:spPr>
          <a:xfrm>
            <a:off x="3750000" y="4500000"/>
            <a:ext cx="1480000" cy="8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3750000" y="4508000"/>
            <a:ext cx="1480000" cy="492000"/>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3780000" y="4530000"/>
            <a:ext cx="1420000" cy="220000"/>
          </a:xfrm>
          <a:prstGeom prst="rect">
            <a:avLst/>
          </a:prstGeom>
          <a:noFill/>
        </p:spPr>
        <p:txBody>
          <a:bodyPr wrap="square">
            <a:spAutoFit/>
          </a:bodyPr>
          <a:lstStyle/>
          <a:p>
            <a:pPr algn="l"/>
            <a:r>
              <a:rPr b="1" sz="1800">
                <a:solidFill>
                  <a:srgbClr val="EF4A60"/>
                </a:solidFill>
              </a:rPr>
              <a:t>&lt; 1 min</a:t>
            </a:r>
          </a:p>
        </p:txBody>
      </p:sp>
      <p:sp>
        <p:nvSpPr>
          <p:cNvPr id="155" name="TextBox 154"/>
          <p:cNvSpPr txBox="1"/>
          <p:nvPr/>
        </p:nvSpPr>
        <p:spPr>
          <a:xfrm>
            <a:off x="3780000" y="4760000"/>
            <a:ext cx="1420000" cy="200000"/>
          </a:xfrm>
          <a:prstGeom prst="rect">
            <a:avLst/>
          </a:prstGeom>
          <a:noFill/>
        </p:spPr>
        <p:txBody>
          <a:bodyPr wrap="square">
            <a:spAutoFit/>
          </a:bodyPr>
          <a:lstStyle/>
          <a:p>
            <a:pPr algn="l"/>
            <a:r>
              <a:rPr b="0" sz="900">
                <a:solidFill>
                  <a:srgbClr val="CCCCCC"/>
                </a:solidFill>
              </a:rPr>
              <a:t>pour 30 départements</a:t>
            </a:r>
          </a:p>
        </p:txBody>
      </p:sp>
      <p:sp>
        <p:nvSpPr>
          <p:cNvPr id="156" name="Rectangle 155"/>
          <p:cNvSpPr/>
          <p:nvPr/>
        </p:nvSpPr>
        <p:spPr>
          <a:xfrm>
            <a:off x="5270000" y="4500000"/>
            <a:ext cx="1480000" cy="8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5270000" y="4508000"/>
            <a:ext cx="1480000" cy="492000"/>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300000" y="4530000"/>
            <a:ext cx="1420000" cy="220000"/>
          </a:xfrm>
          <a:prstGeom prst="rect">
            <a:avLst/>
          </a:prstGeom>
          <a:noFill/>
        </p:spPr>
        <p:txBody>
          <a:bodyPr wrap="square">
            <a:spAutoFit/>
          </a:bodyPr>
          <a:lstStyle/>
          <a:p>
            <a:pPr algn="l"/>
            <a:r>
              <a:rPr b="1" sz="1800">
                <a:solidFill>
                  <a:srgbClr val="EF4A60"/>
                </a:solidFill>
              </a:rPr>
              <a:t>0 erreur</a:t>
            </a:r>
          </a:p>
        </p:txBody>
      </p:sp>
      <p:sp>
        <p:nvSpPr>
          <p:cNvPr id="159" name="TextBox 158"/>
          <p:cNvSpPr txBox="1"/>
          <p:nvPr/>
        </p:nvSpPr>
        <p:spPr>
          <a:xfrm>
            <a:off x="5300000" y="4760000"/>
            <a:ext cx="1420000" cy="200000"/>
          </a:xfrm>
          <a:prstGeom prst="rect">
            <a:avLst/>
          </a:prstGeom>
          <a:noFill/>
        </p:spPr>
        <p:txBody>
          <a:bodyPr wrap="square">
            <a:spAutoFit/>
          </a:bodyPr>
          <a:lstStyle/>
          <a:p>
            <a:pPr algn="l"/>
            <a:r>
              <a:rPr b="0" sz="900">
                <a:solidFill>
                  <a:srgbClr val="CCCCCC"/>
                </a:solidFill>
              </a:rPr>
              <a:t>de formatage ou de données</a:t>
            </a:r>
          </a:p>
        </p:txBody>
      </p:sp>
      <p:sp>
        <p:nvSpPr>
          <p:cNvPr id="160" name="Rectangle 159"/>
          <p:cNvSpPr/>
          <p:nvPr/>
        </p:nvSpPr>
        <p:spPr>
          <a:xfrm>
            <a:off x="6790000" y="4500000"/>
            <a:ext cx="1480000" cy="8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790000" y="4508000"/>
            <a:ext cx="1480000" cy="492000"/>
          </a:xfrm>
          <a:prstGeom prst="rect">
            <a:avLst/>
          </a:prstGeom>
          <a:solidFill>
            <a:srgbClr val="1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820000" y="4530000"/>
            <a:ext cx="1420000" cy="220000"/>
          </a:xfrm>
          <a:prstGeom prst="rect">
            <a:avLst/>
          </a:prstGeom>
          <a:noFill/>
        </p:spPr>
        <p:txBody>
          <a:bodyPr wrap="square">
            <a:spAutoFit/>
          </a:bodyPr>
          <a:lstStyle/>
          <a:p>
            <a:pPr algn="l"/>
            <a:r>
              <a:rPr b="1" sz="1800">
                <a:solidFill>
                  <a:srgbClr val="EF4A60"/>
                </a:solidFill>
              </a:rPr>
              <a:t>100%</a:t>
            </a:r>
          </a:p>
        </p:txBody>
      </p:sp>
      <p:sp>
        <p:nvSpPr>
          <p:cNvPr id="163" name="TextBox 162"/>
          <p:cNvSpPr txBox="1"/>
          <p:nvPr/>
        </p:nvSpPr>
        <p:spPr>
          <a:xfrm>
            <a:off x="6820000" y="4760000"/>
            <a:ext cx="1420000" cy="200000"/>
          </a:xfrm>
          <a:prstGeom prst="rect">
            <a:avLst/>
          </a:prstGeom>
          <a:noFill/>
        </p:spPr>
        <p:txBody>
          <a:bodyPr wrap="square">
            <a:spAutoFit/>
          </a:bodyPr>
          <a:lstStyle/>
          <a:p>
            <a:pPr algn="l"/>
            <a:r>
              <a:rPr b="0" sz="900">
                <a:solidFill>
                  <a:srgbClr val="CCCCCC"/>
                </a:solidFill>
              </a:rPr>
              <a:t>réutilisable — tout client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30"/>
          <p:cNvPicPr preferRelativeResize="0"/>
          <p:nvPr/>
        </p:nvPicPr>
        <p:blipFill rotWithShape="1">
          <a:blip r:embed="rId3">
            <a:alphaModFix/>
          </a:blip>
          <a:srcRect b="16340" l="18705" r="31295" t="-16340"/>
          <a:stretch/>
        </p:blipFill>
        <p:spPr>
          <a:xfrm>
            <a:off x="-762025" y="-1612075"/>
            <a:ext cx="3556200" cy="3556200"/>
          </a:xfrm>
          <a:prstGeom prst="ellipse">
            <a:avLst/>
          </a:prstGeom>
          <a:noFill/>
          <a:ln>
            <a:noFill/>
          </a:ln>
        </p:spPr>
      </p:pic>
      <p:sp>
        <p:nvSpPr>
          <p:cNvPr id="157" name="Google Shape;157;p30"/>
          <p:cNvSpPr txBox="1"/>
          <p:nvPr>
            <p:ph idx="8" type="body"/>
          </p:nvPr>
        </p:nvSpPr>
        <p:spPr>
          <a:xfrm>
            <a:off x="3464450" y="3537484"/>
            <a:ext cx="5036100" cy="1148400"/>
          </a:xfrm>
          <a:prstGeom prst="rect">
            <a:avLst/>
          </a:prstGeom>
          <a:solidFill>
            <a:schemeClr val="lt1"/>
          </a:solidFill>
        </p:spPr>
        <p:txBody>
          <a:bodyPr anchorCtr="0" anchor="t" bIns="0" lIns="0" spcFirstLastPara="1" rIns="0" wrap="square" tIns="0">
            <a:normAutofit/>
          </a:bodyPr>
          <a:lstStyle/>
          <a:p>
            <a:pPr indent="0" lvl="0" marL="0" rtl="0" algn="l">
              <a:spcBef>
                <a:spcPts val="0"/>
              </a:spcBef>
              <a:spcAft>
                <a:spcPts val="1000"/>
              </a:spcAft>
              <a:buNone/>
            </a:pPr>
            <a:r>
              <a:rPr lang="en-GB">
                <a:solidFill>
                  <a:schemeClr val="dk1"/>
                </a:solidFill>
              </a:rPr>
              <a:t> </a:t>
            </a:r>
            <a:endParaRPr>
              <a:solidFill>
                <a:schemeClr val="dk1"/>
              </a:solidFill>
            </a:endParaRPr>
          </a:p>
        </p:txBody>
      </p:sp>
      <p:sp>
        <p:nvSpPr>
          <p:cNvPr id="158" name="Google Shape;158;p30"/>
          <p:cNvSpPr txBox="1"/>
          <p:nvPr>
            <p:ph idx="2" type="body"/>
          </p:nvPr>
        </p:nvSpPr>
        <p:spPr>
          <a:xfrm>
            <a:off x="3341125" y="148200"/>
            <a:ext cx="5510400" cy="1462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b="1" lang="en-GB" sz="1100">
                <a:solidFill>
                  <a:srgbClr val="EF4A60"/>
                </a:solidFill>
                <a:latin typeface="Montserrat"/>
                <a:ea typeface="Montserrat"/>
                <a:cs typeface="Montserrat"/>
                <a:sym typeface="Montserrat"/>
              </a:rPr>
              <a:t>Challenge</a:t>
            </a:r>
            <a:endParaRPr b="1" sz="1100">
              <a:solidFill>
                <a:schemeClr val="lt2"/>
              </a:solidFill>
              <a:latin typeface="Montserrat"/>
              <a:ea typeface="Montserrat"/>
              <a:cs typeface="Montserrat"/>
              <a:sym typeface="Montserrat"/>
            </a:endParaRPr>
          </a:p>
          <a:p>
            <a:pPr indent="-285750" lvl="0" marL="457200" marR="0" rtl="0" algn="just">
              <a:lnSpc>
                <a:spcPct val="115000"/>
              </a:lnSpc>
              <a:spcBef>
                <a:spcPts val="1200"/>
              </a:spcBef>
              <a:spcAft>
                <a:spcPts val="0"/>
              </a:spcAft>
              <a:buClr>
                <a:schemeClr val="dk1"/>
              </a:buClr>
              <a:buSzPts val="900"/>
              <a:buChar char="●"/>
            </a:pPr>
            <a:r>
              <a:rPr lang="en-GB" sz="900">
                <a:solidFill>
                  <a:schemeClr val="dk1"/>
                </a:solidFill>
              </a:rPr>
              <a:t>Créer une fiche BIA par département imposait du copier-coller manuel depuis un template Word — plusieurs heures de travail répétitif pour 20+ départements.</a:t>
            </a:r>
            <a:endParaRPr sz="900">
              <a:solidFill>
                <a:schemeClr val="dk1"/>
              </a:solidFill>
            </a:endParaRPr>
          </a:p>
          <a:p>
            <a:pPr indent="-285750" lvl="0" marL="457200" marR="0" rtl="0" algn="just">
              <a:lnSpc>
                <a:spcPct val="115000"/>
              </a:lnSpc>
              <a:spcBef>
                <a:spcPts val="0"/>
              </a:spcBef>
              <a:spcAft>
                <a:spcPts val="0"/>
              </a:spcAft>
              <a:buClr>
                <a:schemeClr val="dk1"/>
              </a:buClr>
              <a:buSzPts val="900"/>
              <a:buChar char="●"/>
            </a:pPr>
            <a:r>
              <a:rPr lang="en-GB" sz="900">
                <a:solidFill>
                  <a:schemeClr val="dk1"/>
                </a:solidFill>
              </a:rPr>
              <a:t>La consolidation des fiches dans la Synthèse BIA se faisait cellule par cellule, avec un risque élevé d'erreur et d'incohérence entre consultants.</a:t>
            </a:r>
            <a:endParaRPr sz="900">
              <a:solidFill>
                <a:schemeClr val="dk1"/>
              </a:solidFill>
            </a:endParaRPr>
          </a:p>
          <a:p>
            <a:pPr indent="-285750" lvl="0" marL="457200" marR="0" rtl="0" algn="just">
              <a:lnSpc>
                <a:spcPct val="115000"/>
              </a:lnSpc>
              <a:spcBef>
                <a:spcPts val="0"/>
              </a:spcBef>
              <a:spcAft>
                <a:spcPts val="0"/>
              </a:spcAft>
              <a:buClr>
                <a:schemeClr val="dk1"/>
              </a:buClr>
              <a:buSzPts val="900"/>
              <a:buChar char="●"/>
            </a:pPr>
            <a:r>
              <a:rPr lang="en-GB" sz="900">
                <a:solidFill>
                  <a:schemeClr val="dk1"/>
                </a:solidFill>
              </a:rPr>
              <a:t>Chaque nouveau client nécessitait une mise à jour manuelle du nom et du logo dans l'ensemble des documents — source d'erreurs et de perte de temps.</a:t>
            </a:r>
            <a:endParaRPr sz="900">
              <a:solidFill>
                <a:schemeClr val="dk1"/>
              </a:solidFill>
            </a:endParaRPr>
          </a:p>
          <a:p>
            <a:pPr indent="-285750" lvl="0" marL="457200" marR="0" rtl="0" algn="just">
              <a:lnSpc>
                <a:spcPct val="115000"/>
              </a:lnSpc>
              <a:spcBef>
                <a:spcPts val="0"/>
              </a:spcBef>
              <a:spcAft>
                <a:spcPts val="0"/>
              </a:spcAft>
              <a:buClr>
                <a:schemeClr val="dk1"/>
              </a:buClr>
              <a:buSzPts val="900"/>
              <a:buChar char="●"/>
            </a:pPr>
            <a:r>
              <a:rPr lang="en-GB" sz="900">
                <a:solidFill>
                  <a:schemeClr val="dk1"/>
                </a:solidFill>
              </a:rPr>
              <a:t>Aucun outil standardisé → qualité des livrables variable selon le consultant et le temps disponible.</a:t>
            </a:r>
            <a:endParaRPr sz="900">
              <a:solidFill>
                <a:schemeClr val="dk1"/>
              </a:solidFill>
            </a:endParaRPr>
          </a:p>
        </p:txBody>
      </p:sp>
      <p:pic>
        <p:nvPicPr>
          <p:cNvPr id="159" name="Google Shape;159;p30"/>
          <p:cNvPicPr preferRelativeResize="0"/>
          <p:nvPr/>
        </p:nvPicPr>
        <p:blipFill rotWithShape="1">
          <a:blip r:embed="rId4">
            <a:alphaModFix/>
          </a:blip>
          <a:srcRect b="0" l="100" r="100" t="0"/>
          <a:stretch/>
        </p:blipFill>
        <p:spPr>
          <a:xfrm flipH="1">
            <a:off x="-1039400" y="-477350"/>
            <a:ext cx="3745500" cy="2421300"/>
          </a:xfrm>
          <a:prstGeom prst="chord">
            <a:avLst>
              <a:gd fmla="val 3172796" name="adj1"/>
              <a:gd fmla="val 18351295" name="adj2"/>
            </a:avLst>
          </a:prstGeom>
          <a:noFill/>
          <a:ln>
            <a:noFill/>
          </a:ln>
        </p:spPr>
      </p:pic>
      <p:pic>
        <p:nvPicPr>
          <p:cNvPr id="160" name="Google Shape;160;p30"/>
          <p:cNvPicPr preferRelativeResize="0"/>
          <p:nvPr/>
        </p:nvPicPr>
        <p:blipFill>
          <a:blip r:embed="rId5">
            <a:alphaModFix/>
          </a:blip>
          <a:stretch>
            <a:fillRect/>
          </a:stretch>
        </p:blipFill>
        <p:spPr>
          <a:xfrm>
            <a:off x="593374" y="3638954"/>
            <a:ext cx="479926" cy="479926"/>
          </a:xfrm>
          <a:prstGeom prst="rect">
            <a:avLst/>
          </a:prstGeom>
          <a:noFill/>
          <a:ln>
            <a:noFill/>
          </a:ln>
        </p:spPr>
      </p:pic>
      <p:sp>
        <p:nvSpPr>
          <p:cNvPr id="161" name="Google Shape;161;p30"/>
          <p:cNvSpPr/>
          <p:nvPr/>
        </p:nvSpPr>
        <p:spPr>
          <a:xfrm>
            <a:off x="2978125" y="0"/>
            <a:ext cx="363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Montserrat"/>
              <a:ea typeface="Montserrat"/>
              <a:cs typeface="Montserrat"/>
              <a:sym typeface="Montserrat"/>
            </a:endParaRPr>
          </a:p>
        </p:txBody>
      </p:sp>
      <p:cxnSp>
        <p:nvCxnSpPr>
          <p:cNvPr id="162" name="Google Shape;162;p30"/>
          <p:cNvCxnSpPr/>
          <p:nvPr/>
        </p:nvCxnSpPr>
        <p:spPr>
          <a:xfrm>
            <a:off x="3198879" y="453600"/>
            <a:ext cx="0" cy="4236300"/>
          </a:xfrm>
          <a:prstGeom prst="straightConnector1">
            <a:avLst/>
          </a:prstGeom>
          <a:noFill/>
          <a:ln cap="flat" cmpd="sng" w="9525">
            <a:solidFill>
              <a:srgbClr val="CCCCCC"/>
            </a:solidFill>
            <a:prstDash val="solid"/>
            <a:round/>
            <a:headEnd len="med" w="med" type="none"/>
            <a:tailEnd len="med" w="med" type="none"/>
          </a:ln>
        </p:spPr>
      </p:cxnSp>
      <p:cxnSp>
        <p:nvCxnSpPr>
          <p:cNvPr id="163" name="Google Shape;163;p30"/>
          <p:cNvCxnSpPr/>
          <p:nvPr/>
        </p:nvCxnSpPr>
        <p:spPr>
          <a:xfrm>
            <a:off x="546650" y="3474663"/>
            <a:ext cx="1884600" cy="0"/>
          </a:xfrm>
          <a:prstGeom prst="straightConnector1">
            <a:avLst/>
          </a:prstGeom>
          <a:noFill/>
          <a:ln cap="flat" cmpd="sng" w="9525">
            <a:solidFill>
              <a:srgbClr val="D9D9D9"/>
            </a:solidFill>
            <a:prstDash val="solid"/>
            <a:round/>
            <a:headEnd len="med" w="med" type="none"/>
            <a:tailEnd len="med" w="med" type="none"/>
          </a:ln>
        </p:spPr>
      </p:cxnSp>
      <p:sp>
        <p:nvSpPr>
          <p:cNvPr id="164" name="Google Shape;164;p30"/>
          <p:cNvSpPr txBox="1"/>
          <p:nvPr>
            <p:ph type="title"/>
          </p:nvPr>
        </p:nvSpPr>
        <p:spPr>
          <a:xfrm>
            <a:off x="165650" y="2490525"/>
            <a:ext cx="3033300" cy="7419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GB" sz="2100">
                <a:solidFill>
                  <a:schemeClr val="dk1"/>
                </a:solidFill>
              </a:rPr>
              <a:t>Devoteam</a:t>
            </a:r>
            <a:br>
              <a:rPr lang="en-GB">
                <a:solidFill>
                  <a:schemeClr val="dk1"/>
                </a:solidFill>
              </a:rPr>
            </a:br>
            <a:br>
              <a:rPr lang="en-GB" sz="700">
                <a:solidFill>
                  <a:schemeClr val="dk1"/>
                </a:solidFill>
              </a:rPr>
            </a:br>
            <a:r>
              <a:rPr b="0" lang="en-GB" sz="1100">
                <a:solidFill>
                  <a:schemeClr val="dk1"/>
                </a:solidFill>
                <a:latin typeface="Montserrat Medium"/>
                <a:ea typeface="Montserrat Medium"/>
                <a:cs typeface="Montserrat Medium"/>
                <a:sym typeface="Montserrat Medium"/>
              </a:rPr>
              <a:t>BIA Automation Tool</a:t>
            </a:r>
            <a:endParaRPr b="0" sz="1100">
              <a:solidFill>
                <a:schemeClr val="dk1"/>
              </a:solidFill>
              <a:latin typeface="Montserrat Medium"/>
              <a:ea typeface="Montserrat Medium"/>
              <a:cs typeface="Montserrat Medium"/>
              <a:sym typeface="Montserrat Medium"/>
            </a:endParaRPr>
          </a:p>
          <a:p>
            <a:pPr indent="0" lvl="0" marL="0" rtl="0" algn="l">
              <a:lnSpc>
                <a:spcPct val="115000"/>
              </a:lnSpc>
              <a:spcBef>
                <a:spcPts val="600"/>
              </a:spcBef>
              <a:spcAft>
                <a:spcPts val="0"/>
              </a:spcAft>
              <a:buNone/>
            </a:pPr>
            <a:r>
              <a:rPr lang="en-GB" sz="1100">
                <a:solidFill>
                  <a:srgbClr val="EF4A60"/>
                </a:solidFill>
              </a:rPr>
              <a:t>(Outil interne — MVP)</a:t>
            </a:r>
            <a:endParaRPr b="0" sz="1100">
              <a:solidFill>
                <a:srgbClr val="EF4A60"/>
              </a:solidFill>
              <a:latin typeface="Montserrat Medium"/>
              <a:ea typeface="Montserrat Medium"/>
              <a:cs typeface="Montserrat Medium"/>
              <a:sym typeface="Montserrat Medium"/>
            </a:endParaRPr>
          </a:p>
          <a:p>
            <a:pPr indent="0" lvl="0" marL="0" rtl="0" algn="l">
              <a:spcBef>
                <a:spcPts val="600"/>
              </a:spcBef>
              <a:spcAft>
                <a:spcPts val="0"/>
              </a:spcAft>
              <a:buNone/>
            </a:pPr>
            <a:r>
              <a:t/>
            </a:r>
            <a:endParaRPr b="0" sz="1100">
              <a:solidFill>
                <a:schemeClr val="dk1"/>
              </a:solidFill>
              <a:latin typeface="Montserrat Medium"/>
              <a:ea typeface="Montserrat Medium"/>
              <a:cs typeface="Montserrat Medium"/>
              <a:sym typeface="Montserrat Medium"/>
            </a:endParaRPr>
          </a:p>
          <a:p>
            <a:pPr indent="0" lvl="0" marL="0" rtl="0" algn="l">
              <a:spcBef>
                <a:spcPts val="0"/>
              </a:spcBef>
              <a:spcAft>
                <a:spcPts val="0"/>
              </a:spcAft>
              <a:buNone/>
            </a:pPr>
            <a:r>
              <a:t/>
            </a:r>
            <a:endParaRPr b="0" sz="1100">
              <a:solidFill>
                <a:schemeClr val="dk1"/>
              </a:solidFill>
              <a:latin typeface="Montserrat Medium"/>
              <a:ea typeface="Montserrat Medium"/>
              <a:cs typeface="Montserrat Medium"/>
              <a:sym typeface="Montserrat Medium"/>
            </a:endParaRPr>
          </a:p>
        </p:txBody>
      </p:sp>
      <p:sp>
        <p:nvSpPr>
          <p:cNvPr id="165" name="Google Shape;165;p30"/>
          <p:cNvSpPr txBox="1"/>
          <p:nvPr/>
        </p:nvSpPr>
        <p:spPr>
          <a:xfrm>
            <a:off x="3241800" y="1696525"/>
            <a:ext cx="5788200" cy="26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Solution</a:t>
            </a:r>
            <a:endParaRPr sz="1000">
              <a:solidFill>
                <a:schemeClr val="dk1"/>
              </a:solidFill>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t>Upload de 2 fichiers (Excel de recensement + template Word) → génération automatique d'une fiche BIA complète par département en quelques secondes.</a:t>
            </a:r>
            <a:endParaRPr sz="400">
              <a:solidFill>
                <a:schemeClr val="dk1"/>
              </a:solidFill>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b="1" lang="en-GB" sz="1100">
                <a:solidFill>
                  <a:srgbClr val="EF4A60"/>
                </a:solidFill>
                <a:latin typeface="Montserrat"/>
                <a:ea typeface="Montserrat"/>
                <a:cs typeface="Montserrat"/>
                <a:sym typeface="Montserrat"/>
              </a:rPr>
              <a:t>Détection IA (GPT-4o Vision) du nom et logo client directement depuis le fichier Excel uploadé — aucune saisie manuelle nécessaire.</a:t>
            </a:r>
            <a:endParaRPr b="1" sz="1100">
              <a:solidFill>
                <a:srgbClr val="EF4A60"/>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GB" sz="900">
                <a:solidFill>
                  <a:schemeClr val="dk1"/>
                </a:solidFill>
                <a:latin typeface="Montserrat Light"/>
                <a:ea typeface="Montserrat Light"/>
                <a:cs typeface="Montserrat Light"/>
                <a:sym typeface="Montserrat Light"/>
              </a:rPr>
              <a:t>Résultats</a:t>
            </a:r>
            <a:endParaRPr sz="900">
              <a:solidFill>
                <a:schemeClr val="dk1"/>
              </a:solidFill>
              <a:latin typeface="Montserrat Light"/>
              <a:ea typeface="Montserrat Light"/>
              <a:cs typeface="Montserrat Light"/>
              <a:sym typeface="Montserrat Light"/>
            </a:endParaRPr>
          </a:p>
          <a:p>
            <a:pPr indent="0" lvl="0" marL="0" rtl="0" algn="just">
              <a:lnSpc>
                <a:spcPct val="115000"/>
              </a:lnSpc>
              <a:spcBef>
                <a:spcPts val="0"/>
              </a:spcBef>
              <a:spcAft>
                <a:spcPts val="0"/>
              </a:spcAft>
              <a:buNone/>
            </a:pPr>
            <a:r>
              <a:rPr lang="en-GB" sz="900">
                <a:solidFill>
                  <a:schemeClr val="dk1"/>
                </a:solidFill>
                <a:latin typeface="Montserrat Light"/>
                <a:ea typeface="Montserrat Light"/>
                <a:cs typeface="Montserrat Light"/>
                <a:sym typeface="Montserrat Light"/>
              </a:rPr>
              <a:t>Temps de production des fiches : de plusieurs heures à moins d'1 minute pour 30+ départements.</a:t>
            </a:r>
            <a:endParaRPr sz="900">
              <a:solidFill>
                <a:schemeClr val="dk1"/>
              </a:solidFill>
              <a:latin typeface="Montserrat Light"/>
              <a:ea typeface="Montserrat Light"/>
              <a:cs typeface="Montserrat Light"/>
              <a:sym typeface="Montserrat Light"/>
            </a:endParaRPr>
          </a:p>
          <a:p>
            <a:pPr indent="0" lvl="0" marL="457200" rtl="0" algn="just">
              <a:lnSpc>
                <a:spcPct val="115000"/>
              </a:lnSpc>
              <a:spcBef>
                <a:spcPts val="0"/>
              </a:spcBef>
              <a:spcAft>
                <a:spcPts val="0"/>
              </a:spcAft>
              <a:buNone/>
            </a:pPr>
            <a:r>
              <a:t>Zéro erreur de formatage, de nommage ou de données dans les documents générés.</a:t>
            </a:r>
            <a:endParaRPr sz="900">
              <a:solidFill>
                <a:schemeClr val="dk1"/>
              </a:solidFill>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t>Réutilisable à l'identique pour tout client Devoteam — validé sur STAR Assurances.</a:t>
            </a:r>
            <a:endParaRPr sz="900">
              <a:solidFill>
                <a:schemeClr val="dk1"/>
              </a:solidFill>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b="1" lang="en-GB" sz="1100">
                <a:solidFill>
                  <a:srgbClr val="EF4A60"/>
                </a:solidFill>
                <a:latin typeface="Montserrat"/>
                <a:ea typeface="Montserrat"/>
                <a:cs typeface="Montserrat"/>
                <a:sym typeface="Montserrat"/>
              </a:rPr>
              <a:t>Results</a:t>
            </a:r>
            <a:br>
              <a:rPr lang="en-GB" sz="1000">
                <a:solidFill>
                  <a:srgbClr val="EF4A60"/>
                </a:solidFill>
                <a:latin typeface="Montserrat Light"/>
                <a:ea typeface="Montserrat Light"/>
                <a:cs typeface="Montserrat Light"/>
                <a:sym typeface="Montserrat Light"/>
              </a:rPr>
            </a:br>
            <a:endParaRPr sz="400">
              <a:solidFill>
                <a:srgbClr val="EF4A60"/>
              </a:solidFill>
              <a:latin typeface="Montserrat Light"/>
              <a:ea typeface="Montserrat Light"/>
              <a:cs typeface="Montserrat Light"/>
              <a:sym typeface="Montserrat Light"/>
            </a:endParaRPr>
          </a:p>
          <a:p>
            <a:pPr indent="-279400" lvl="0" marL="457200" rtl="0" algn="l">
              <a:lnSpc>
                <a:spcPct val="115000"/>
              </a:lnSpc>
              <a:spcBef>
                <a:spcPts val="0"/>
              </a:spcBef>
              <a:spcAft>
                <a:spcPts val="0"/>
              </a:spcAft>
              <a:buClr>
                <a:schemeClr val="dk1"/>
              </a:buClr>
              <a:buSzPts val="800"/>
              <a:buFont typeface="Montserrat Light"/>
              <a:buChar char="●"/>
            </a:pPr>
            <a:r>
              <a:rPr lang="en-GB" sz="900">
                <a:solidFill>
                  <a:schemeClr val="dk1"/>
                </a:solidFill>
                <a:latin typeface="Montserrat Light"/>
                <a:ea typeface="Montserrat Light"/>
                <a:cs typeface="Montserrat Light"/>
                <a:sym typeface="Montserrat Light"/>
              </a:rPr>
              <a:t>Reduce the time and resources required for assessing employee performance.</a:t>
            </a:r>
            <a:endParaRPr sz="900">
              <a:solidFill>
                <a:schemeClr val="dk1"/>
              </a:solidFill>
              <a:latin typeface="Montserrat Light"/>
              <a:ea typeface="Montserrat Light"/>
              <a:cs typeface="Montserrat Light"/>
              <a:sym typeface="Montserrat Light"/>
            </a:endParaRPr>
          </a:p>
          <a:p>
            <a:pPr indent="-279400" lvl="0" marL="457200" rtl="0" algn="l">
              <a:lnSpc>
                <a:spcPct val="115000"/>
              </a:lnSpc>
              <a:spcBef>
                <a:spcPts val="0"/>
              </a:spcBef>
              <a:spcAft>
                <a:spcPts val="0"/>
              </a:spcAft>
              <a:buClr>
                <a:schemeClr val="dk1"/>
              </a:buClr>
              <a:buSzPts val="800"/>
              <a:buFont typeface="Montserrat Light"/>
              <a:buChar char="●"/>
            </a:pPr>
            <a:r>
              <a:rPr lang="en-GB" sz="900">
                <a:solidFill>
                  <a:schemeClr val="dk1"/>
                </a:solidFill>
                <a:latin typeface="Montserrat Light"/>
                <a:ea typeface="Montserrat Light"/>
                <a:cs typeface="Montserrat Light"/>
                <a:sym typeface="Montserrat Light"/>
              </a:rPr>
              <a:t>Eliminating potential bias and providing fair assessments of all employees</a:t>
            </a:r>
            <a:endParaRPr sz="900">
              <a:solidFill>
                <a:schemeClr val="dk1"/>
              </a:solidFill>
              <a:latin typeface="Montserrat Light"/>
              <a:ea typeface="Montserrat Light"/>
              <a:cs typeface="Montserrat Light"/>
              <a:sym typeface="Montserrat Light"/>
            </a:endParaRPr>
          </a:p>
          <a:p>
            <a:pPr indent="-279400" lvl="0" marL="457200" rtl="0" algn="l">
              <a:lnSpc>
                <a:spcPct val="115000"/>
              </a:lnSpc>
              <a:spcBef>
                <a:spcPts val="0"/>
              </a:spcBef>
              <a:spcAft>
                <a:spcPts val="0"/>
              </a:spcAft>
              <a:buClr>
                <a:schemeClr val="dk1"/>
              </a:buClr>
              <a:buSzPts val="800"/>
              <a:buFont typeface="Montserrat Light"/>
              <a:buChar char="●"/>
            </a:pPr>
            <a:r>
              <a:rPr lang="en-GB" sz="900">
                <a:solidFill>
                  <a:schemeClr val="dk1"/>
                </a:solidFill>
                <a:latin typeface="Montserrat Light"/>
                <a:ea typeface="Montserrat Light"/>
                <a:cs typeface="Montserrat Light"/>
                <a:sym typeface="Montserrat Light"/>
              </a:rPr>
              <a:t>Identify areas of improvement. This leads to enhanced customer service, improved customer satisfaction</a:t>
            </a:r>
            <a:endParaRPr sz="900">
              <a:solidFill>
                <a:schemeClr val="dk1"/>
              </a:solidFill>
              <a:latin typeface="Montserrat Light"/>
              <a:ea typeface="Montserrat Light"/>
              <a:cs typeface="Montserrat Light"/>
              <a:sym typeface="Montserrat Light"/>
            </a:endParaRPr>
          </a:p>
          <a:p>
            <a:pPr indent="0" lvl="0" marL="457200" rtl="0" algn="l">
              <a:lnSpc>
                <a:spcPct val="115000"/>
              </a:lnSpc>
              <a:spcBef>
                <a:spcPts val="0"/>
              </a:spcBef>
              <a:spcAft>
                <a:spcPts val="0"/>
              </a:spcAft>
              <a:buNone/>
            </a:pPr>
            <a:r>
              <a:t/>
            </a:r>
            <a:endParaRPr sz="900">
              <a:solidFill>
                <a:schemeClr val="dk1"/>
              </a:solidFill>
              <a:latin typeface="Montserrat Light"/>
              <a:ea typeface="Montserrat Light"/>
              <a:cs typeface="Montserrat Light"/>
              <a:sym typeface="Montserrat Light"/>
            </a:endParaRPr>
          </a:p>
        </p:txBody>
      </p:sp>
      <p:grpSp>
        <p:nvGrpSpPr>
          <p:cNvPr id="166" name="Google Shape;166;p30"/>
          <p:cNvGrpSpPr/>
          <p:nvPr/>
        </p:nvGrpSpPr>
        <p:grpSpPr>
          <a:xfrm>
            <a:off x="1149776" y="3670927"/>
            <a:ext cx="415966" cy="415966"/>
            <a:chOff x="1196288" y="3684350"/>
            <a:chExt cx="442800" cy="442800"/>
          </a:xfrm>
        </p:grpSpPr>
        <p:pic>
          <p:nvPicPr>
            <p:cNvPr id="167" name="Google Shape;167;p30"/>
            <p:cNvPicPr preferRelativeResize="0"/>
            <p:nvPr/>
          </p:nvPicPr>
          <p:blipFill>
            <a:blip r:embed="rId6">
              <a:alphaModFix/>
            </a:blip>
            <a:stretch>
              <a:fillRect/>
            </a:stretch>
          </p:blipFill>
          <p:spPr>
            <a:xfrm>
              <a:off x="1268075" y="3743013"/>
              <a:ext cx="299213" cy="299213"/>
            </a:xfrm>
            <a:prstGeom prst="rect">
              <a:avLst/>
            </a:prstGeom>
            <a:noFill/>
            <a:ln>
              <a:noFill/>
            </a:ln>
          </p:spPr>
        </p:pic>
        <p:sp>
          <p:nvSpPr>
            <p:cNvPr id="168" name="Google Shape;168;p30"/>
            <p:cNvSpPr/>
            <p:nvPr/>
          </p:nvSpPr>
          <p:spPr>
            <a:xfrm>
              <a:off x="1196288" y="3684350"/>
              <a:ext cx="442800" cy="442800"/>
            </a:xfrm>
            <a:prstGeom prst="ellipse">
              <a:avLst/>
            </a:pr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Montserrat"/>
                <a:ea typeface="Montserrat"/>
                <a:cs typeface="Montserrat"/>
                <a:sym typeface="Montserrat"/>
              </a:endParaRPr>
            </a:p>
          </p:txBody>
        </p:sp>
      </p:grpSp>
      <p:sp>
        <p:nvSpPr>
          <p:cNvPr id="169" name="Google Shape;169;p30"/>
          <p:cNvSpPr txBox="1"/>
          <p:nvPr>
            <p:ph idx="7" type="subTitle"/>
          </p:nvPr>
        </p:nvSpPr>
        <p:spPr>
          <a:xfrm>
            <a:off x="1651296" y="3679934"/>
            <a:ext cx="1012500" cy="416100"/>
          </a:xfrm>
          <a:prstGeom prst="rect">
            <a:avLst/>
          </a:prstGeom>
        </p:spPr>
        <p:txBody>
          <a:bodyPr anchorCtr="0" anchor="t" bIns="0" lIns="0" spcFirstLastPara="1" rIns="0" wrap="square" tIns="0">
            <a:normAutofit/>
          </a:bodyPr>
          <a:lstStyle/>
          <a:p>
            <a:pPr indent="0" lvl="0" marL="0" rtl="0" algn="l">
              <a:lnSpc>
                <a:spcPct val="80000"/>
              </a:lnSpc>
              <a:spcBef>
                <a:spcPts val="600"/>
              </a:spcBef>
              <a:spcAft>
                <a:spcPts val="600"/>
              </a:spcAft>
              <a:buNone/>
            </a:pPr>
            <a:r>
              <a:rPr lang="en-GB">
                <a:solidFill>
                  <a:schemeClr val="dk1"/>
                </a:solidFill>
              </a:rPr>
              <a:t>Tous les clients BIA Devoteam</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nvSpPr>
        <p:spPr>
          <a:xfrm>
            <a:off x="313294" y="57450"/>
            <a:ext cx="8650800" cy="66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1900">
                <a:solidFill>
                  <a:srgbClr val="F8485E"/>
                </a:solidFill>
                <a:latin typeface="Lexend"/>
                <a:ea typeface="Lexend"/>
                <a:cs typeface="Lexend"/>
                <a:sym typeface="Lexend"/>
              </a:rPr>
              <a:t>R</a:t>
            </a:r>
            <a:r>
              <a:rPr b="1" lang="en-GB" sz="1900">
                <a:solidFill>
                  <a:srgbClr val="F8485E"/>
                </a:solidFill>
                <a:latin typeface="Lexend"/>
                <a:ea typeface="Lexend"/>
                <a:cs typeface="Lexend"/>
                <a:sym typeface="Lexend"/>
              </a:rPr>
              <a:t>éalisation</a:t>
            </a:r>
            <a:r>
              <a:rPr lang="en-GB" sz="1900">
                <a:solidFill>
                  <a:schemeClr val="accent1"/>
                </a:solidFill>
                <a:latin typeface="Montserrat"/>
                <a:ea typeface="Montserrat"/>
                <a:cs typeface="Montserrat"/>
                <a:sym typeface="Montserrat"/>
              </a:rPr>
              <a:t> — </a:t>
            </a:r>
            <a:r>
              <a:rPr lang="en-GB" sz="1200">
                <a:solidFill>
                  <a:schemeClr val="dk1"/>
                </a:solidFill>
                <a:latin typeface="Lexend"/>
                <a:ea typeface="Lexend"/>
                <a:cs typeface="Lexend"/>
                <a:sym typeface="Lexend"/>
              </a:rPr>
              <a:t>Application web FastAPI complète avec interface navigateur permettant deux workflows automatisés : (1) Génération de fiches BIA par département depuis un Excel recensement + template Word, avec détection IA du logo/nom client via GPT-4o Vision ; (2) Consolidation de toutes les fiches individuelles en une Synthèse BIA Excel prête pour livraison client. Validé sur STAR Assurances.</a:t>
            </a:r>
            <a:r>
              <a:rPr lang="en-GB" sz="1900">
                <a:solidFill>
                  <a:schemeClr val="accent1"/>
                </a:solidFill>
                <a:latin typeface="Montserrat"/>
                <a:ea typeface="Montserrat"/>
                <a:cs typeface="Montserrat"/>
                <a:sym typeface="Montserrat"/>
              </a:rPr>
              <a:t/>
            </a:r>
            <a:endParaRPr sz="1200">
              <a:solidFill>
                <a:schemeClr val="dk2"/>
              </a:solidFill>
              <a:latin typeface="Tajawal Medium"/>
              <a:ea typeface="Tajawal Medium"/>
              <a:cs typeface="Tajawal Medium"/>
              <a:sym typeface="Tajawal Medium"/>
            </a:endParaRPr>
          </a:p>
        </p:txBody>
      </p:sp>
      <p:sp>
        <p:nvSpPr>
          <p:cNvPr id="175" name="Google Shape;175;p31"/>
          <p:cNvSpPr/>
          <p:nvPr/>
        </p:nvSpPr>
        <p:spPr>
          <a:xfrm>
            <a:off x="9641937" y="1607837"/>
            <a:ext cx="213900" cy="213900"/>
          </a:xfrm>
          <a:prstGeom prst="ellipse">
            <a:avLst/>
          </a:prstGeom>
          <a:solidFill>
            <a:srgbClr val="5AB89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31"/>
          <p:cNvSpPr/>
          <p:nvPr/>
        </p:nvSpPr>
        <p:spPr>
          <a:xfrm>
            <a:off x="9641937" y="1880506"/>
            <a:ext cx="213900" cy="213900"/>
          </a:xfrm>
          <a:prstGeom prst="ellipse">
            <a:avLst/>
          </a:prstGeom>
          <a:solidFill>
            <a:srgbClr val="FCC35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31"/>
          <p:cNvSpPr/>
          <p:nvPr/>
        </p:nvSpPr>
        <p:spPr>
          <a:xfrm>
            <a:off x="9641937" y="2153174"/>
            <a:ext cx="213900" cy="213900"/>
          </a:xfrm>
          <a:prstGeom prst="ellipse">
            <a:avLst/>
          </a:prstGeom>
          <a:solidFill>
            <a:srgbClr val="4A8CC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31"/>
          <p:cNvSpPr/>
          <p:nvPr/>
        </p:nvSpPr>
        <p:spPr>
          <a:xfrm>
            <a:off x="9641937" y="1062500"/>
            <a:ext cx="213900" cy="213900"/>
          </a:xfrm>
          <a:prstGeom prst="ellipse">
            <a:avLst/>
          </a:prstGeom>
          <a:solidFill>
            <a:srgbClr val="F848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31"/>
          <p:cNvSpPr/>
          <p:nvPr/>
        </p:nvSpPr>
        <p:spPr>
          <a:xfrm>
            <a:off x="9641937" y="1335169"/>
            <a:ext cx="213900" cy="213900"/>
          </a:xfrm>
          <a:prstGeom prst="ellipse">
            <a:avLst/>
          </a:prstGeom>
          <a:solidFill>
            <a:srgbClr val="53565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31"/>
          <p:cNvSpPr/>
          <p:nvPr/>
        </p:nvSpPr>
        <p:spPr>
          <a:xfrm>
            <a:off x="9641937" y="2425843"/>
            <a:ext cx="213900" cy="213900"/>
          </a:xfrm>
          <a:prstGeom prst="ellipse">
            <a:avLst/>
          </a:prstGeom>
          <a:solidFill>
            <a:srgbClr val="D7EBE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31"/>
          <p:cNvSpPr/>
          <p:nvPr/>
        </p:nvSpPr>
        <p:spPr>
          <a:xfrm>
            <a:off x="9641938" y="2698691"/>
            <a:ext cx="213900" cy="220800"/>
          </a:xfrm>
          <a:prstGeom prst="ellipse">
            <a:avLst/>
          </a:prstGeom>
          <a:solidFill>
            <a:srgbClr val="EFEEE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31"/>
          <p:cNvSpPr/>
          <p:nvPr/>
        </p:nvSpPr>
        <p:spPr>
          <a:xfrm>
            <a:off x="9641937" y="2978305"/>
            <a:ext cx="213900" cy="220800"/>
          </a:xfrm>
          <a:prstGeom prst="ellipse">
            <a:avLst/>
          </a:prstGeom>
          <a:solidFill>
            <a:srgbClr val="F166A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highlight>
                <a:srgbClr val="F166A7"/>
              </a:highlight>
              <a:latin typeface="Arial"/>
              <a:ea typeface="Arial"/>
              <a:cs typeface="Arial"/>
              <a:sym typeface="Arial"/>
            </a:endParaRPr>
          </a:p>
        </p:txBody>
      </p:sp>
      <p:sp>
        <p:nvSpPr>
          <p:cNvPr id="183" name="Google Shape;183;p31"/>
          <p:cNvSpPr/>
          <p:nvPr/>
        </p:nvSpPr>
        <p:spPr>
          <a:xfrm>
            <a:off x="9641937" y="3258097"/>
            <a:ext cx="213900" cy="220800"/>
          </a:xfrm>
          <a:prstGeom prst="ellipse">
            <a:avLst/>
          </a:prstGeom>
          <a:solidFill>
            <a:srgbClr val="65339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31"/>
          <p:cNvSpPr/>
          <p:nvPr/>
        </p:nvSpPr>
        <p:spPr>
          <a:xfrm>
            <a:off x="9641937" y="3537895"/>
            <a:ext cx="213900" cy="220800"/>
          </a:xfrm>
          <a:prstGeom prst="ellipse">
            <a:avLst/>
          </a:prstGeom>
          <a:solidFill>
            <a:srgbClr val="F3F5D7"/>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p31"/>
          <p:cNvSpPr/>
          <p:nvPr/>
        </p:nvSpPr>
        <p:spPr>
          <a:xfrm>
            <a:off x="10130505" y="1607837"/>
            <a:ext cx="213900" cy="213900"/>
          </a:xfrm>
          <a:prstGeom prst="ellipse">
            <a:avLst/>
          </a:prstGeom>
          <a:solidFill>
            <a:srgbClr val="5AB891">
              <a:alpha val="4902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6" name="Google Shape;186;p31"/>
          <p:cNvSpPr/>
          <p:nvPr/>
        </p:nvSpPr>
        <p:spPr>
          <a:xfrm>
            <a:off x="10130505" y="1880506"/>
            <a:ext cx="213900" cy="213900"/>
          </a:xfrm>
          <a:prstGeom prst="ellipse">
            <a:avLst/>
          </a:prstGeom>
          <a:solidFill>
            <a:srgbClr val="FCC354">
              <a:alpha val="4888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31"/>
          <p:cNvSpPr/>
          <p:nvPr/>
        </p:nvSpPr>
        <p:spPr>
          <a:xfrm>
            <a:off x="10130505" y="2153174"/>
            <a:ext cx="213900" cy="213900"/>
          </a:xfrm>
          <a:prstGeom prst="ellipse">
            <a:avLst/>
          </a:prstGeom>
          <a:solidFill>
            <a:srgbClr val="4A8CCA">
              <a:alpha val="5112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p31"/>
          <p:cNvSpPr/>
          <p:nvPr/>
        </p:nvSpPr>
        <p:spPr>
          <a:xfrm>
            <a:off x="10130505" y="1062500"/>
            <a:ext cx="213900" cy="213900"/>
          </a:xfrm>
          <a:prstGeom prst="ellipse">
            <a:avLst/>
          </a:prstGeom>
          <a:solidFill>
            <a:srgbClr val="F8485E">
              <a:alpha val="471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31"/>
          <p:cNvSpPr/>
          <p:nvPr/>
        </p:nvSpPr>
        <p:spPr>
          <a:xfrm>
            <a:off x="10130505" y="1335169"/>
            <a:ext cx="213900" cy="213900"/>
          </a:xfrm>
          <a:prstGeom prst="ellipse">
            <a:avLst/>
          </a:prstGeom>
          <a:solidFill>
            <a:srgbClr val="53565A">
              <a:alpha val="460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31"/>
          <p:cNvSpPr/>
          <p:nvPr/>
        </p:nvSpPr>
        <p:spPr>
          <a:xfrm>
            <a:off x="10130505" y="2425843"/>
            <a:ext cx="213900" cy="213900"/>
          </a:xfrm>
          <a:prstGeom prst="ellipse">
            <a:avLst/>
          </a:prstGeom>
          <a:solidFill>
            <a:srgbClr val="D7EBE7">
              <a:alpha val="4719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Google Shape;191;p31"/>
          <p:cNvSpPr/>
          <p:nvPr/>
        </p:nvSpPr>
        <p:spPr>
          <a:xfrm>
            <a:off x="10136563" y="2646744"/>
            <a:ext cx="213900" cy="220800"/>
          </a:xfrm>
          <a:prstGeom prst="ellipse">
            <a:avLst/>
          </a:prstGeom>
          <a:solidFill>
            <a:srgbClr val="EFEEEE">
              <a:alpha val="4944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p31"/>
          <p:cNvSpPr/>
          <p:nvPr/>
        </p:nvSpPr>
        <p:spPr>
          <a:xfrm>
            <a:off x="10130505" y="2978305"/>
            <a:ext cx="213900" cy="220800"/>
          </a:xfrm>
          <a:prstGeom prst="ellipse">
            <a:avLst/>
          </a:prstGeom>
          <a:solidFill>
            <a:srgbClr val="F166A7">
              <a:alpha val="4944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highlight>
                <a:srgbClr val="F166A7"/>
              </a:highlight>
              <a:latin typeface="Arial"/>
              <a:ea typeface="Arial"/>
              <a:cs typeface="Arial"/>
              <a:sym typeface="Arial"/>
            </a:endParaRPr>
          </a:p>
        </p:txBody>
      </p:sp>
      <p:sp>
        <p:nvSpPr>
          <p:cNvPr id="193" name="Google Shape;193;p31"/>
          <p:cNvSpPr/>
          <p:nvPr/>
        </p:nvSpPr>
        <p:spPr>
          <a:xfrm>
            <a:off x="10130505" y="3258097"/>
            <a:ext cx="213900" cy="220800"/>
          </a:xfrm>
          <a:prstGeom prst="ellipse">
            <a:avLst/>
          </a:prstGeom>
          <a:solidFill>
            <a:srgbClr val="653390">
              <a:alpha val="4944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p31"/>
          <p:cNvSpPr/>
          <p:nvPr/>
        </p:nvSpPr>
        <p:spPr>
          <a:xfrm>
            <a:off x="10130505" y="3537895"/>
            <a:ext cx="213900" cy="220800"/>
          </a:xfrm>
          <a:prstGeom prst="ellipse">
            <a:avLst/>
          </a:prstGeom>
          <a:solidFill>
            <a:srgbClr val="F3F5D7">
              <a:alpha val="48310"/>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31"/>
          <p:cNvSpPr/>
          <p:nvPr/>
        </p:nvSpPr>
        <p:spPr>
          <a:xfrm flipH="1">
            <a:off x="1578169" y="1052750"/>
            <a:ext cx="7179300" cy="213900"/>
          </a:xfrm>
          <a:prstGeom prst="rect">
            <a:avLst/>
          </a:prstGeom>
          <a:solidFill>
            <a:srgbClr val="666666"/>
          </a:solidFill>
          <a:ln>
            <a:noFill/>
          </a:ln>
        </p:spPr>
        <p:txBody>
          <a:bodyPr anchorCtr="0" anchor="ctr" bIns="36000" lIns="0" spcFirstLastPara="1" rIns="0" wrap="square" tIns="36000">
            <a:noAutofit/>
          </a:bodyPr>
          <a:lstStyle/>
          <a:p>
            <a:pPr indent="0" lvl="0" marL="0" marR="0" rtl="0" algn="ctr">
              <a:lnSpc>
                <a:spcPct val="100000"/>
              </a:lnSpc>
              <a:spcBef>
                <a:spcPts val="0"/>
              </a:spcBef>
              <a:spcAft>
                <a:spcPts val="0"/>
              </a:spcAft>
              <a:buClr>
                <a:srgbClr val="F8485E"/>
              </a:buClr>
              <a:buSzPts val="200"/>
              <a:buFont typeface="Verdana"/>
              <a:buNone/>
            </a:pPr>
            <a:r>
              <a:rPr lang="en-GB" sz="900">
                <a:solidFill>
                  <a:srgbClr val="FFFFFF"/>
                </a:solidFill>
                <a:latin typeface="Montserrat SemiBold"/>
                <a:ea typeface="Montserrat SemiBold"/>
                <a:cs typeface="Montserrat SemiBold"/>
                <a:sym typeface="Montserrat SemiBold"/>
              </a:rPr>
              <a:t>Weeks</a:t>
            </a:r>
            <a:endParaRPr i="0" sz="900" u="none" cap="none" strike="noStrike">
              <a:solidFill>
                <a:srgbClr val="FFFFFF"/>
              </a:solidFill>
              <a:latin typeface="Montserrat SemiBold"/>
              <a:ea typeface="Montserrat SemiBold"/>
              <a:cs typeface="Montserrat SemiBold"/>
              <a:sym typeface="Montserrat SemiBold"/>
            </a:endParaRPr>
          </a:p>
        </p:txBody>
      </p:sp>
      <p:graphicFrame>
        <p:nvGraphicFramePr>
          <p:cNvPr id="196" name="Google Shape;196;p31"/>
          <p:cNvGraphicFramePr/>
          <p:nvPr/>
        </p:nvGraphicFramePr>
        <p:xfrm>
          <a:off x="1578169" y="1264351"/>
          <a:ext cx="3000000" cy="3000000"/>
        </p:xfrm>
        <a:graphic>
          <a:graphicData uri="http://schemas.openxmlformats.org/drawingml/2006/table">
            <a:tbl>
              <a:tblPr>
                <a:noFill/>
                <a:tableStyleId>{A4862904-571B-4799-8D59-67C382F8EC96}</a:tableStyleId>
              </a:tblPr>
              <a:tblGrid>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gridCol w="298450"/>
              </a:tblGrid>
              <a:tr h="232425">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2</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3</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4</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5</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6</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7</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8</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9</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10</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11</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12</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13</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14</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15</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16</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17</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18</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19</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20</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21</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22</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23</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GB" sz="900">
                          <a:solidFill>
                            <a:schemeClr val="dk2"/>
                          </a:solidFill>
                          <a:latin typeface="Tajawal"/>
                          <a:ea typeface="Tajawal"/>
                          <a:cs typeface="Tajawal"/>
                          <a:sym typeface="Tajawal"/>
                        </a:rPr>
                        <a:t>24</a:t>
                      </a:r>
                      <a:endParaRPr b="1" sz="900">
                        <a:solidFill>
                          <a:schemeClr val="dk2"/>
                        </a:solidFill>
                        <a:latin typeface="Tajawal"/>
                        <a:ea typeface="Tajawal"/>
                        <a:cs typeface="Tajawal"/>
                        <a:sym typeface="Tajawal"/>
                      </a:endParaRPr>
                    </a:p>
                  </a:txBody>
                  <a:tcPr marT="0" marB="0" marR="0" marL="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EEEEEE"/>
                    </a:solidFill>
                  </a:tcPr>
                </a:tc>
              </a:tr>
            </a:tbl>
          </a:graphicData>
        </a:graphic>
      </p:graphicFrame>
      <p:sp>
        <p:nvSpPr>
          <p:cNvPr id="197" name="Google Shape;197;p31"/>
          <p:cNvSpPr/>
          <p:nvPr/>
        </p:nvSpPr>
        <p:spPr>
          <a:xfrm>
            <a:off x="1578175" y="1510950"/>
            <a:ext cx="1790700" cy="539100"/>
          </a:xfrm>
          <a:prstGeom prst="homePlate">
            <a:avLst>
              <a:gd fmla="val 50000" name="adj"/>
            </a:avLst>
          </a:prstGeom>
          <a:solidFill>
            <a:srgbClr val="D7EBE7"/>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700"/>
              <a:buFont typeface="Arial"/>
              <a:buNone/>
            </a:pPr>
            <a:r>
              <a:rPr lang="en-GB" sz="800">
                <a:solidFill>
                  <a:schemeClr val="dk2"/>
                </a:solidFill>
                <a:latin typeface="Montserrat SemiBold"/>
                <a:ea typeface="Montserrat SemiBold"/>
                <a:cs typeface="Montserrat SemiBold"/>
                <a:sym typeface="Montserrat SemiBold"/>
              </a:rPr>
              <a:t>2 semaines</a:t>
            </a:r>
            <a:endParaRPr sz="800">
              <a:solidFill>
                <a:schemeClr val="dk2"/>
              </a:solidFill>
              <a:latin typeface="Montserrat SemiBold"/>
              <a:ea typeface="Montserrat SemiBold"/>
              <a:cs typeface="Montserrat SemiBold"/>
              <a:sym typeface="Montserrat SemiBold"/>
            </a:endParaRPr>
          </a:p>
        </p:txBody>
      </p:sp>
      <p:sp>
        <p:nvSpPr>
          <p:cNvPr id="198" name="Google Shape;198;p31"/>
          <p:cNvSpPr/>
          <p:nvPr/>
        </p:nvSpPr>
        <p:spPr>
          <a:xfrm>
            <a:off x="174433" y="1673550"/>
            <a:ext cx="213900" cy="213900"/>
          </a:xfrm>
          <a:prstGeom prst="ellipse">
            <a:avLst/>
          </a:prstGeom>
          <a:solidFill>
            <a:srgbClr val="53565A"/>
          </a:solidFill>
          <a:ln cap="flat" cmpd="sng" w="9525">
            <a:solidFill>
              <a:srgbClr val="53565A"/>
            </a:solidFill>
            <a:prstDash val="solid"/>
            <a:round/>
            <a:headEnd len="sm" w="sm" type="none"/>
            <a:tailEnd len="sm" w="sm" type="none"/>
          </a:ln>
        </p:spPr>
        <p:txBody>
          <a:bodyPr anchorCtr="0" anchor="ctr" bIns="0" lIns="0" spcFirstLastPara="1" rIns="0" wrap="square" tIns="0">
            <a:noAutofit/>
          </a:bodyPr>
          <a:lstStyle/>
          <a:p>
            <a:pPr indent="0" lvl="0" marL="0" marR="0" rtl="1" algn="ctr">
              <a:lnSpc>
                <a:spcPct val="100000"/>
              </a:lnSpc>
              <a:spcBef>
                <a:spcPts val="0"/>
              </a:spcBef>
              <a:spcAft>
                <a:spcPts val="0"/>
              </a:spcAft>
              <a:buNone/>
            </a:pPr>
            <a:r>
              <a:rPr lang="en-GB" sz="1200">
                <a:solidFill>
                  <a:schemeClr val="lt1"/>
                </a:solidFill>
                <a:latin typeface="Tajawal Medium"/>
                <a:ea typeface="Tajawal Medium"/>
                <a:cs typeface="Tajawal Medium"/>
                <a:sym typeface="Tajawal Medium"/>
              </a:rPr>
              <a:t>1</a:t>
            </a:r>
            <a:endParaRPr sz="1200">
              <a:solidFill>
                <a:schemeClr val="lt1"/>
              </a:solidFill>
              <a:latin typeface="Tajawal Medium"/>
              <a:ea typeface="Tajawal Medium"/>
              <a:cs typeface="Tajawal Medium"/>
              <a:sym typeface="Tajawal Medium"/>
            </a:endParaRPr>
          </a:p>
        </p:txBody>
      </p:sp>
      <p:sp>
        <p:nvSpPr>
          <p:cNvPr id="199" name="Google Shape;199;p31"/>
          <p:cNvSpPr/>
          <p:nvPr/>
        </p:nvSpPr>
        <p:spPr>
          <a:xfrm>
            <a:off x="468400" y="1654050"/>
            <a:ext cx="1123800" cy="252900"/>
          </a:xfrm>
          <a:prstGeom prst="rect">
            <a:avLst/>
          </a:prstGeom>
          <a:noFill/>
          <a:ln>
            <a:noFill/>
          </a:ln>
        </p:spPr>
        <p:txBody>
          <a:bodyPr anchorCtr="0" anchor="ctr" bIns="3600" lIns="3600" spcFirstLastPara="1" rIns="3600" wrap="square" tIns="3600">
            <a:noAutofit/>
          </a:bodyPr>
          <a:lstStyle/>
          <a:p>
            <a:pPr indent="0" lvl="0" marL="0" marR="0" rtl="0" algn="l">
              <a:lnSpc>
                <a:spcPct val="90000"/>
              </a:lnSpc>
              <a:spcBef>
                <a:spcPts val="0"/>
              </a:spcBef>
              <a:spcAft>
                <a:spcPts val="0"/>
              </a:spcAft>
              <a:buClr>
                <a:schemeClr val="dk1"/>
              </a:buClr>
              <a:buSzPts val="700"/>
              <a:buFont typeface="Arial"/>
              <a:buNone/>
            </a:pPr>
            <a:r>
              <a:rPr lang="en-GB" sz="900">
                <a:solidFill>
                  <a:schemeClr val="dk2"/>
                </a:solidFill>
                <a:latin typeface="Montserrat Medium"/>
                <a:ea typeface="Montserrat Medium"/>
                <a:cs typeface="Montserrat Medium"/>
                <a:sym typeface="Montserrat Medium"/>
              </a:rPr>
              <a:t>ETL Core Engine</a:t>
            </a:r>
            <a:endParaRPr sz="900">
              <a:solidFill>
                <a:schemeClr val="dk2"/>
              </a:solidFill>
              <a:latin typeface="Montserrat Medium"/>
              <a:ea typeface="Montserrat Medium"/>
              <a:cs typeface="Montserrat Medium"/>
              <a:sym typeface="Montserrat Medium"/>
            </a:endParaRPr>
          </a:p>
        </p:txBody>
      </p:sp>
      <p:sp>
        <p:nvSpPr>
          <p:cNvPr id="200" name="Google Shape;200;p31"/>
          <p:cNvSpPr/>
          <p:nvPr/>
        </p:nvSpPr>
        <p:spPr>
          <a:xfrm>
            <a:off x="2473525" y="2160650"/>
            <a:ext cx="6218400" cy="539100"/>
          </a:xfrm>
          <a:prstGeom prst="homePlate">
            <a:avLst>
              <a:gd fmla="val 50000" name="adj"/>
            </a:avLst>
          </a:prstGeom>
          <a:solidFill>
            <a:srgbClr val="EFEADC"/>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700"/>
              <a:buFont typeface="Arial"/>
              <a:buNone/>
            </a:pPr>
            <a:r>
              <a:rPr lang="en-GB" sz="800">
                <a:solidFill>
                  <a:schemeClr val="dk2"/>
                </a:solidFill>
                <a:latin typeface="Montserrat SemiBold"/>
                <a:ea typeface="Montserrat SemiBold"/>
                <a:cs typeface="Montserrat SemiBold"/>
                <a:sym typeface="Montserrat SemiBold"/>
              </a:rPr>
              <a:t>2 semaines</a:t>
            </a:r>
            <a:r>
              <a:rPr lang="en-GB" sz="800">
                <a:solidFill>
                  <a:schemeClr val="dk2"/>
                </a:solidFill>
                <a:latin typeface="Montserrat SemiBold"/>
                <a:ea typeface="Montserrat SemiBold"/>
                <a:cs typeface="Montserrat SemiBold"/>
                <a:sym typeface="Montserrat SemiBold"/>
              </a:rPr>
              <a:t/>
            </a:r>
            <a:endParaRPr sz="800">
              <a:solidFill>
                <a:schemeClr val="dk2"/>
              </a:solidFill>
              <a:latin typeface="Montserrat SemiBold"/>
              <a:ea typeface="Montserrat SemiBold"/>
              <a:cs typeface="Montserrat SemiBold"/>
              <a:sym typeface="Montserrat SemiBold"/>
            </a:endParaRPr>
          </a:p>
        </p:txBody>
      </p:sp>
      <p:sp>
        <p:nvSpPr>
          <p:cNvPr id="201" name="Google Shape;201;p31"/>
          <p:cNvSpPr/>
          <p:nvPr/>
        </p:nvSpPr>
        <p:spPr>
          <a:xfrm>
            <a:off x="174433" y="2323250"/>
            <a:ext cx="213900" cy="213900"/>
          </a:xfrm>
          <a:prstGeom prst="ellipse">
            <a:avLst/>
          </a:prstGeom>
          <a:solidFill>
            <a:srgbClr val="53565A"/>
          </a:solidFill>
          <a:ln cap="flat" cmpd="sng" w="9525">
            <a:solidFill>
              <a:srgbClr val="53565A"/>
            </a:solidFill>
            <a:prstDash val="solid"/>
            <a:round/>
            <a:headEnd len="sm" w="sm" type="none"/>
            <a:tailEnd len="sm" w="sm" type="none"/>
          </a:ln>
        </p:spPr>
        <p:txBody>
          <a:bodyPr anchorCtr="0" anchor="ctr" bIns="0" lIns="0" spcFirstLastPara="1" rIns="0" wrap="square" tIns="0">
            <a:noAutofit/>
          </a:bodyPr>
          <a:lstStyle/>
          <a:p>
            <a:pPr indent="0" lvl="0" marL="0" marR="0" rtl="1" algn="ctr">
              <a:lnSpc>
                <a:spcPct val="100000"/>
              </a:lnSpc>
              <a:spcBef>
                <a:spcPts val="0"/>
              </a:spcBef>
              <a:spcAft>
                <a:spcPts val="0"/>
              </a:spcAft>
              <a:buNone/>
            </a:pPr>
            <a:r>
              <a:rPr lang="en-GB" sz="1200">
                <a:solidFill>
                  <a:schemeClr val="lt1"/>
                </a:solidFill>
                <a:latin typeface="Tajawal Medium"/>
                <a:ea typeface="Tajawal Medium"/>
                <a:cs typeface="Tajawal Medium"/>
                <a:sym typeface="Tajawal Medium"/>
              </a:rPr>
              <a:t>2</a:t>
            </a:r>
            <a:endParaRPr sz="1200">
              <a:solidFill>
                <a:schemeClr val="lt1"/>
              </a:solidFill>
              <a:latin typeface="Tajawal Medium"/>
              <a:ea typeface="Tajawal Medium"/>
              <a:cs typeface="Tajawal Medium"/>
              <a:sym typeface="Tajawal Medium"/>
            </a:endParaRPr>
          </a:p>
        </p:txBody>
      </p:sp>
      <p:sp>
        <p:nvSpPr>
          <p:cNvPr id="202" name="Google Shape;202;p31"/>
          <p:cNvSpPr/>
          <p:nvPr/>
        </p:nvSpPr>
        <p:spPr>
          <a:xfrm>
            <a:off x="468400" y="2303750"/>
            <a:ext cx="1123800" cy="252900"/>
          </a:xfrm>
          <a:prstGeom prst="rect">
            <a:avLst/>
          </a:prstGeom>
          <a:noFill/>
          <a:ln>
            <a:noFill/>
          </a:ln>
        </p:spPr>
        <p:txBody>
          <a:bodyPr anchorCtr="0" anchor="ctr" bIns="3600" lIns="3600" spcFirstLastPara="1" rIns="3600" wrap="square" tIns="3600">
            <a:noAutofit/>
          </a:bodyPr>
          <a:lstStyle/>
          <a:p>
            <a:pPr indent="0" lvl="0" marL="0" rtl="0" algn="l">
              <a:lnSpc>
                <a:spcPct val="90000"/>
              </a:lnSpc>
              <a:spcBef>
                <a:spcPts val="0"/>
              </a:spcBef>
              <a:spcAft>
                <a:spcPts val="0"/>
              </a:spcAft>
              <a:buClr>
                <a:schemeClr val="dk1"/>
              </a:buClr>
              <a:buSzPts val="700"/>
              <a:buFont typeface="Arial"/>
              <a:buNone/>
            </a:pPr>
            <a:r>
              <a:rPr lang="en-GB" sz="900">
                <a:solidFill>
                  <a:schemeClr val="dk2"/>
                </a:solidFill>
                <a:latin typeface="Montserrat Medium"/>
                <a:ea typeface="Montserrat Medium"/>
                <a:cs typeface="Montserrat Medium"/>
                <a:sym typeface="Montserrat Medium"/>
              </a:rPr>
              <a:t>Générateur Fiches + IA</a:t>
            </a:r>
            <a:endParaRPr sz="900">
              <a:solidFill>
                <a:schemeClr val="dk2"/>
              </a:solidFill>
              <a:latin typeface="Montserrat Medium"/>
              <a:ea typeface="Montserrat Medium"/>
              <a:cs typeface="Montserrat Medium"/>
              <a:sym typeface="Montserrat Medium"/>
            </a:endParaRPr>
          </a:p>
          <a:p>
            <a:pPr indent="0" lvl="0" marL="0" marR="0" rtl="0" algn="l">
              <a:lnSpc>
                <a:spcPct val="90000"/>
              </a:lnSpc>
              <a:spcBef>
                <a:spcPts val="0"/>
              </a:spcBef>
              <a:spcAft>
                <a:spcPts val="0"/>
              </a:spcAft>
              <a:buClr>
                <a:schemeClr val="dk1"/>
              </a:buClr>
              <a:buSzPts val="700"/>
              <a:buFont typeface="Arial"/>
              <a:buNone/>
            </a:pPr>
            <a:r>
              <a:t/>
            </a:r>
            <a:endParaRPr sz="900">
              <a:solidFill>
                <a:schemeClr val="dk2"/>
              </a:solidFill>
              <a:latin typeface="Montserrat Medium"/>
              <a:ea typeface="Montserrat Medium"/>
              <a:cs typeface="Montserrat Medium"/>
              <a:sym typeface="Montserrat Medium"/>
            </a:endParaRPr>
          </a:p>
        </p:txBody>
      </p:sp>
      <p:sp>
        <p:nvSpPr>
          <p:cNvPr id="203" name="Google Shape;203;p31"/>
          <p:cNvSpPr/>
          <p:nvPr/>
        </p:nvSpPr>
        <p:spPr>
          <a:xfrm>
            <a:off x="174433" y="3112937"/>
            <a:ext cx="213900" cy="213900"/>
          </a:xfrm>
          <a:prstGeom prst="ellipse">
            <a:avLst/>
          </a:prstGeom>
          <a:solidFill>
            <a:srgbClr val="53565A"/>
          </a:solidFill>
          <a:ln cap="flat" cmpd="sng" w="9525">
            <a:solidFill>
              <a:srgbClr val="53565A"/>
            </a:solidFill>
            <a:prstDash val="solid"/>
            <a:round/>
            <a:headEnd len="sm" w="sm" type="none"/>
            <a:tailEnd len="sm" w="sm" type="none"/>
          </a:ln>
        </p:spPr>
        <p:txBody>
          <a:bodyPr anchorCtr="0" anchor="ctr" bIns="0" lIns="0" spcFirstLastPara="1" rIns="0" wrap="square" tIns="0">
            <a:noAutofit/>
          </a:bodyPr>
          <a:lstStyle/>
          <a:p>
            <a:pPr indent="0" lvl="0" marL="0" marR="0" rtl="1" algn="ctr">
              <a:lnSpc>
                <a:spcPct val="100000"/>
              </a:lnSpc>
              <a:spcBef>
                <a:spcPts val="0"/>
              </a:spcBef>
              <a:spcAft>
                <a:spcPts val="0"/>
              </a:spcAft>
              <a:buNone/>
            </a:pPr>
            <a:r>
              <a:rPr lang="en-GB" sz="1200">
                <a:solidFill>
                  <a:schemeClr val="lt1"/>
                </a:solidFill>
                <a:latin typeface="Tajawal Medium"/>
                <a:ea typeface="Tajawal Medium"/>
                <a:cs typeface="Tajawal Medium"/>
                <a:sym typeface="Tajawal Medium"/>
              </a:rPr>
              <a:t>3</a:t>
            </a:r>
            <a:endParaRPr sz="1200">
              <a:solidFill>
                <a:schemeClr val="lt1"/>
              </a:solidFill>
              <a:latin typeface="Tajawal Medium"/>
              <a:ea typeface="Tajawal Medium"/>
              <a:cs typeface="Tajawal Medium"/>
              <a:sym typeface="Tajawal Medium"/>
            </a:endParaRPr>
          </a:p>
        </p:txBody>
      </p:sp>
      <p:grpSp>
        <p:nvGrpSpPr>
          <p:cNvPr id="204" name="Google Shape;204;p31"/>
          <p:cNvGrpSpPr/>
          <p:nvPr/>
        </p:nvGrpSpPr>
        <p:grpSpPr>
          <a:xfrm>
            <a:off x="1592290" y="2973047"/>
            <a:ext cx="7099427" cy="493679"/>
            <a:chOff x="2956300" y="3082500"/>
            <a:chExt cx="5847000" cy="231600"/>
          </a:xfrm>
        </p:grpSpPr>
        <p:sp>
          <p:nvSpPr>
            <p:cNvPr id="205" name="Google Shape;205;p31"/>
            <p:cNvSpPr/>
            <p:nvPr/>
          </p:nvSpPr>
          <p:spPr>
            <a:xfrm>
              <a:off x="2956300" y="3082500"/>
              <a:ext cx="5847000" cy="231600"/>
            </a:xfrm>
            <a:prstGeom prst="homePlate">
              <a:avLst>
                <a:gd fmla="val 50000" name="adj"/>
              </a:avLst>
            </a:prstGeom>
            <a:solidFill>
              <a:srgbClr val="FDDADE"/>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800">
                  <a:solidFill>
                    <a:schemeClr val="dk2"/>
                  </a:solidFill>
                  <a:latin typeface="Montserrat SemiBold"/>
                  <a:ea typeface="Montserrat SemiBold"/>
                  <a:cs typeface="Montserrat SemiBold"/>
                  <a:sym typeface="Montserrat SemiBold"/>
                </a:rPr>
                <a:t>N weeks </a:t>
              </a:r>
              <a:endParaRPr sz="800">
                <a:solidFill>
                  <a:schemeClr val="dk2"/>
                </a:solidFill>
                <a:latin typeface="Montserrat SemiBold"/>
                <a:ea typeface="Montserrat SemiBold"/>
                <a:cs typeface="Montserrat SemiBold"/>
                <a:sym typeface="Montserrat SemiBold"/>
              </a:endParaRPr>
            </a:p>
          </p:txBody>
        </p:sp>
        <p:cxnSp>
          <p:nvCxnSpPr>
            <p:cNvPr id="206" name="Google Shape;206;p31"/>
            <p:cNvCxnSpPr/>
            <p:nvPr/>
          </p:nvCxnSpPr>
          <p:spPr>
            <a:xfrm>
              <a:off x="3467378" y="3198899"/>
              <a:ext cx="783900" cy="0"/>
            </a:xfrm>
            <a:prstGeom prst="straightConnector1">
              <a:avLst/>
            </a:prstGeom>
            <a:noFill/>
            <a:ln cap="flat" cmpd="sng" w="28575">
              <a:solidFill>
                <a:srgbClr val="52565A"/>
              </a:solidFill>
              <a:prstDash val="dot"/>
              <a:round/>
              <a:headEnd len="sm" w="sm" type="none"/>
              <a:tailEnd len="sm" w="sm" type="none"/>
            </a:ln>
          </p:spPr>
        </p:cxnSp>
        <p:cxnSp>
          <p:nvCxnSpPr>
            <p:cNvPr id="207" name="Google Shape;207;p31"/>
            <p:cNvCxnSpPr/>
            <p:nvPr/>
          </p:nvCxnSpPr>
          <p:spPr>
            <a:xfrm>
              <a:off x="7344008" y="3209410"/>
              <a:ext cx="1038300" cy="2400"/>
            </a:xfrm>
            <a:prstGeom prst="straightConnector1">
              <a:avLst/>
            </a:prstGeom>
            <a:noFill/>
            <a:ln cap="flat" cmpd="sng" w="28575">
              <a:solidFill>
                <a:srgbClr val="52565A"/>
              </a:solidFill>
              <a:prstDash val="dot"/>
              <a:round/>
              <a:headEnd len="sm" w="sm" type="none"/>
              <a:tailEnd len="sm" w="sm" type="none"/>
            </a:ln>
          </p:spPr>
        </p:cxnSp>
      </p:grpSp>
      <p:sp>
        <p:nvSpPr>
          <p:cNvPr id="208" name="Google Shape;208;p31"/>
          <p:cNvSpPr/>
          <p:nvPr/>
        </p:nvSpPr>
        <p:spPr>
          <a:xfrm>
            <a:off x="468400" y="3093437"/>
            <a:ext cx="1123800" cy="252900"/>
          </a:xfrm>
          <a:prstGeom prst="rect">
            <a:avLst/>
          </a:prstGeom>
          <a:noFill/>
          <a:ln>
            <a:noFill/>
          </a:ln>
        </p:spPr>
        <p:txBody>
          <a:bodyPr anchorCtr="0" anchor="ctr" bIns="3600" lIns="3600" spcFirstLastPara="1" rIns="3600" wrap="square" tIns="3600">
            <a:noAutofit/>
          </a:bodyPr>
          <a:lstStyle/>
          <a:p>
            <a:pPr indent="0" lvl="0" marL="0" rtl="0" algn="l">
              <a:lnSpc>
                <a:spcPct val="90000"/>
              </a:lnSpc>
              <a:spcBef>
                <a:spcPts val="0"/>
              </a:spcBef>
              <a:spcAft>
                <a:spcPts val="0"/>
              </a:spcAft>
              <a:buClr>
                <a:schemeClr val="dk1"/>
              </a:buClr>
              <a:buSzPts val="700"/>
              <a:buFont typeface="Arial"/>
              <a:buNone/>
            </a:pPr>
            <a:r>
              <a:rPr lang="en-GB" sz="900">
                <a:solidFill>
                  <a:schemeClr val="dk2"/>
                </a:solidFill>
                <a:latin typeface="Montserrat Medium"/>
                <a:ea typeface="Montserrat Medium"/>
                <a:cs typeface="Montserrat Medium"/>
                <a:sym typeface="Montserrat Medium"/>
              </a:rPr>
              <a:t>Interface Web + Intégration</a:t>
            </a:r>
            <a:endParaRPr sz="900">
              <a:solidFill>
                <a:schemeClr val="dk2"/>
              </a:solidFill>
              <a:latin typeface="Montserrat Medium"/>
              <a:ea typeface="Montserrat Medium"/>
              <a:cs typeface="Montserrat Medium"/>
              <a:sym typeface="Montserrat Medium"/>
            </a:endParaRPr>
          </a:p>
          <a:p>
            <a:pPr indent="0" lvl="0" marL="0" marR="0" rtl="0" algn="l">
              <a:lnSpc>
                <a:spcPct val="90000"/>
              </a:lnSpc>
              <a:spcBef>
                <a:spcPts val="0"/>
              </a:spcBef>
              <a:spcAft>
                <a:spcPts val="0"/>
              </a:spcAft>
              <a:buClr>
                <a:schemeClr val="dk1"/>
              </a:buClr>
              <a:buSzPts val="700"/>
              <a:buFont typeface="Arial"/>
              <a:buNone/>
            </a:pPr>
            <a:r>
              <a:t/>
            </a:r>
            <a:endParaRPr sz="900">
              <a:solidFill>
                <a:schemeClr val="dk2"/>
              </a:solidFill>
              <a:latin typeface="Montserrat Medium"/>
              <a:ea typeface="Montserrat Medium"/>
              <a:cs typeface="Montserrat Medium"/>
              <a:sym typeface="Montserrat Medium"/>
            </a:endParaRPr>
          </a:p>
        </p:txBody>
      </p:sp>
      <p:cxnSp>
        <p:nvCxnSpPr>
          <p:cNvPr id="209" name="Google Shape;209;p31"/>
          <p:cNvCxnSpPr/>
          <p:nvPr/>
        </p:nvCxnSpPr>
        <p:spPr>
          <a:xfrm rot="10800000">
            <a:off x="1602370" y="2105693"/>
            <a:ext cx="7099200" cy="25500"/>
          </a:xfrm>
          <a:prstGeom prst="straightConnector1">
            <a:avLst/>
          </a:prstGeom>
          <a:noFill/>
          <a:ln cap="flat" cmpd="sng" w="9525">
            <a:solidFill>
              <a:srgbClr val="52565A"/>
            </a:solidFill>
            <a:prstDash val="dot"/>
            <a:round/>
            <a:headEnd len="sm" w="sm" type="none"/>
            <a:tailEnd len="sm" w="sm" type="none"/>
          </a:ln>
        </p:spPr>
      </p:cxnSp>
      <p:cxnSp>
        <p:nvCxnSpPr>
          <p:cNvPr id="210" name="Google Shape;210;p31"/>
          <p:cNvCxnSpPr/>
          <p:nvPr/>
        </p:nvCxnSpPr>
        <p:spPr>
          <a:xfrm rot="10800000">
            <a:off x="1602370" y="2755398"/>
            <a:ext cx="7099200" cy="25500"/>
          </a:xfrm>
          <a:prstGeom prst="straightConnector1">
            <a:avLst/>
          </a:prstGeom>
          <a:noFill/>
          <a:ln cap="flat" cmpd="sng" w="9525">
            <a:solidFill>
              <a:srgbClr val="52565A"/>
            </a:solidFill>
            <a:prstDash val="dot"/>
            <a:round/>
            <a:headEnd len="sm" w="sm" type="none"/>
            <a:tailEnd len="sm" w="sm" type="none"/>
          </a:ln>
        </p:spPr>
      </p:cxnSp>
      <p:cxnSp>
        <p:nvCxnSpPr>
          <p:cNvPr id="211" name="Google Shape;211;p31"/>
          <p:cNvCxnSpPr/>
          <p:nvPr/>
        </p:nvCxnSpPr>
        <p:spPr>
          <a:xfrm rot="10800000">
            <a:off x="1602245" y="2896847"/>
            <a:ext cx="7099200" cy="25500"/>
          </a:xfrm>
          <a:prstGeom prst="straightConnector1">
            <a:avLst/>
          </a:prstGeom>
          <a:noFill/>
          <a:ln cap="flat" cmpd="sng" w="9525">
            <a:solidFill>
              <a:srgbClr val="52565A"/>
            </a:solidFill>
            <a:prstDash val="dot"/>
            <a:round/>
            <a:headEnd len="sm" w="sm" type="none"/>
            <a:tailEnd len="sm" w="sm" type="none"/>
          </a:ln>
        </p:spPr>
      </p:cxnSp>
      <p:sp>
        <p:nvSpPr>
          <p:cNvPr id="212" name="TextBox 211"/>
          <p:cNvSpPr txBox="1"/>
          <p:nvPr/>
        </p:nvSpPr>
        <p:spPr>
          <a:xfrm>
            <a:off x="1700000" y="1800000"/>
            <a:ext cx="7200000" cy="220000"/>
          </a:xfrm>
          <a:prstGeom prst="rect">
            <a:avLst/>
          </a:prstGeom>
          <a:noFill/>
        </p:spPr>
        <p:txBody>
          <a:bodyPr wrap="square">
            <a:spAutoFit/>
          </a:bodyPr>
          <a:lstStyle/>
          <a:p>
            <a:pPr algn="l"/>
            <a:r>
              <a:rPr b="0" sz="800">
                <a:solidFill>
                  <a:srgbClr val="CCCCCC"/>
                </a:solidFill>
              </a:rPr>
              <a:t>Extraction données fiches → remplissage Synthèse Excel. Validation mapping sur templates STAR Assurances.</a:t>
            </a:r>
          </a:p>
        </p:txBody>
      </p:sp>
      <p:sp>
        <p:nvSpPr>
          <p:cNvPr id="213" name="TextBox 212"/>
          <p:cNvSpPr txBox="1"/>
          <p:nvPr/>
        </p:nvSpPr>
        <p:spPr>
          <a:xfrm>
            <a:off x="1700000" y="2620000"/>
            <a:ext cx="7200000" cy="220000"/>
          </a:xfrm>
          <a:prstGeom prst="rect">
            <a:avLst/>
          </a:prstGeom>
          <a:noFill/>
        </p:spPr>
        <p:txBody>
          <a:bodyPr wrap="square">
            <a:spAutoFit/>
          </a:bodyPr>
          <a:lstStyle/>
          <a:p>
            <a:pPr algn="l"/>
            <a:r>
              <a:rPr b="0" sz="800">
                <a:solidFill>
                  <a:srgbClr val="CCCCCC"/>
                </a:solidFill>
              </a:rPr>
              <a:t>Génération Word par département + détection IA logo/nom via GPT-4o Vision. Tests qualité documents.</a:t>
            </a:r>
          </a:p>
        </p:txBody>
      </p:sp>
      <p:sp>
        <p:nvSpPr>
          <p:cNvPr id="214" name="TextBox 213"/>
          <p:cNvSpPr txBox="1"/>
          <p:nvPr/>
        </p:nvSpPr>
        <p:spPr>
          <a:xfrm>
            <a:off x="1700000" y="3440000"/>
            <a:ext cx="7200000" cy="220000"/>
          </a:xfrm>
          <a:prstGeom prst="rect">
            <a:avLst/>
          </a:prstGeom>
          <a:noFill/>
        </p:spPr>
        <p:txBody>
          <a:bodyPr wrap="square">
            <a:spAutoFit/>
          </a:bodyPr>
          <a:lstStyle/>
          <a:p>
            <a:pPr algn="l"/>
            <a:r>
              <a:rPr b="0" sz="800">
                <a:solidFill>
                  <a:srgbClr val="CCCCCC"/>
                </a:solidFill>
              </a:rPr>
              <a:t>UI navigateur + API REST reliant les deux modules. Tests end-to-end sur fichiers projets réels.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p:txBody>
      </p:sp>
      <p:sp>
        <p:nvSpPr>
          <p:cNvPr id="3" name="Text Placeholder 2"/>
          <p:cNvSpPr>
            <a:spLocks noGrp="1"/>
          </p:cNvSpPr>
          <p:nvPr>
            <p:ph type="body" idx="2"/>
          </p:nvPr>
        </p:nvSpPr>
        <p:spPr/>
        <p:txBody>
          <a:bodyPr/>
          <a:lstStyle/>
          <a:p/>
        </p:txBody>
      </p:sp>
      <p:sp>
        <p:nvSpPr>
          <p:cNvPr id="4" name="Subtitle 3"/>
          <p:cNvSpPr>
            <a:spLocks noGrp="1"/>
          </p:cNvSpPr>
          <p:nvPr>
            <p:ph type="subTitle" idx="3"/>
          </p:nvPr>
        </p:nvSpPr>
        <p:spPr/>
        <p:txBody>
          <a:bodyPr/>
          <a:lstStyle/>
          <a:p/>
        </p:txBody>
      </p:sp>
      <p:sp>
        <p:nvSpPr>
          <p:cNvPr id="5" name="Text Placeholder 4"/>
          <p:cNvSpPr>
            <a:spLocks noGrp="1"/>
          </p:cNvSpPr>
          <p:nvPr>
            <p:ph type="body" idx="4"/>
          </p:nvPr>
        </p:nvSpPr>
        <p:spPr/>
        <p:txBody>
          <a:bodyPr/>
          <a:lstStyle/>
          <a:p/>
        </p:txBody>
      </p:sp>
      <p:sp>
        <p:nvSpPr>
          <p:cNvPr id="6" name="Subtitle 5"/>
          <p:cNvSpPr>
            <a:spLocks noGrp="1"/>
          </p:cNvSpPr>
          <p:nvPr>
            <p:ph type="subTitle" idx="5"/>
          </p:nvPr>
        </p:nvSpPr>
        <p:spPr/>
        <p:txBody>
          <a:bodyPr/>
          <a:lstStyle/>
          <a:p/>
        </p:txBody>
      </p:sp>
      <p:sp>
        <p:nvSpPr>
          <p:cNvPr id="7" name="Text Placeholder 6"/>
          <p:cNvSpPr>
            <a:spLocks noGrp="1"/>
          </p:cNvSpPr>
          <p:nvPr>
            <p:ph type="body" idx="6"/>
          </p:nvPr>
        </p:nvSpPr>
        <p:spPr/>
        <p:txBody>
          <a:bodyPr/>
          <a:lstStyle/>
          <a:p/>
        </p:txBody>
      </p:sp>
      <p:sp>
        <p:nvSpPr>
          <p:cNvPr id="8" name="Title 7"/>
          <p:cNvSpPr>
            <a:spLocks noGrp="1"/>
          </p:cNvSpPr>
          <p:nvPr>
            <p:ph type="title"/>
          </p:nvPr>
        </p:nvSpPr>
        <p:spPr/>
        <p:txBody>
          <a:bodyPr/>
          <a:lstStyle/>
          <a:p/>
        </p:txBody>
      </p:sp>
      <p:sp>
        <p:nvSpPr>
          <p:cNvPr id="9" name="Subtitle 8"/>
          <p:cNvSpPr>
            <a:spLocks noGrp="1"/>
          </p:cNvSpPr>
          <p:nvPr>
            <p:ph type="subTitle" idx="7"/>
          </p:nvPr>
        </p:nvSpPr>
        <p:spPr/>
        <p:txBody>
          <a:bodyPr/>
          <a:lstStyle/>
          <a:p/>
        </p:txBody>
      </p:sp>
      <p:sp>
        <p:nvSpPr>
          <p:cNvPr id="10" name="Text Placeholder 9"/>
          <p:cNvSpPr>
            <a:spLocks noGrp="1"/>
          </p:cNvSpPr>
          <p:nvPr>
            <p:ph type="body" idx="8"/>
          </p:nvPr>
        </p:nvSpPr>
        <p:spPr/>
        <p:txBody>
          <a:bodyPr/>
          <a:lstStyle/>
          <a:p/>
        </p:txBody>
      </p:sp>
      <p:sp>
        <p:nvSpPr>
          <p:cNvPr id="11" name="Text Placeholder 10"/>
          <p:cNvSpPr>
            <a:spLocks noGrp="1"/>
          </p:cNvSpPr>
          <p:nvPr>
            <p:ph type="body" idx="9"/>
          </p:nvPr>
        </p:nvSpPr>
        <p:spPr/>
        <p:txBody>
          <a:bodyPr/>
          <a:lstStyle/>
          <a:p/>
        </p:txBody>
      </p:sp>
      <p:sp>
        <p:nvSpPr>
          <p:cNvPr id="12" name="Rectangle 11"/>
          <p:cNvSpPr/>
          <p:nvPr/>
        </p:nvSpPr>
        <p:spPr>
          <a:xfrm>
            <a:off x="0" y="0"/>
            <a:ext cx="220000" cy="51435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000" y="60000"/>
            <a:ext cx="8600000" cy="480000"/>
          </a:xfrm>
          <a:prstGeom prst="rect">
            <a:avLst/>
          </a:prstGeom>
          <a:noFill/>
        </p:spPr>
        <p:txBody>
          <a:bodyPr wrap="square">
            <a:spAutoFit/>
          </a:bodyPr>
          <a:lstStyle/>
          <a:p>
            <a:pPr algn="l"/>
            <a:r>
              <a:rPr b="1" sz="2800">
                <a:solidFill>
                  <a:srgbClr val="FFFFFF"/>
                </a:solidFill>
              </a:rPr>
              <a:t>Fonctionnalités Clés</a:t>
            </a:r>
          </a:p>
        </p:txBody>
      </p:sp>
      <p:sp>
        <p:nvSpPr>
          <p:cNvPr id="14" name="Rectangle 13"/>
          <p:cNvSpPr/>
          <p:nvPr/>
        </p:nvSpPr>
        <p:spPr>
          <a:xfrm>
            <a:off x="310000" y="540000"/>
            <a:ext cx="8600000" cy="14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0000" y="620000"/>
            <a:ext cx="4040000" cy="1190000"/>
          </a:xfrm>
          <a:prstGeom prst="rect">
            <a:avLst/>
          </a:prstGeom>
          <a:solidFill>
            <a:srgbClr val="16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0000" y="620000"/>
            <a:ext cx="14000" cy="1190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30000" y="650000"/>
            <a:ext cx="290000" cy="260000"/>
          </a:xfrm>
          <a:prstGeom prst="rect">
            <a:avLst/>
          </a:prstGeom>
          <a:noFill/>
        </p:spPr>
        <p:txBody>
          <a:bodyPr wrap="square">
            <a:spAutoFit/>
          </a:bodyPr>
          <a:lstStyle/>
          <a:p>
            <a:pPr algn="r"/>
            <a:r>
              <a:rPr b="1" sz="2200">
                <a:solidFill>
                  <a:srgbClr val="404055"/>
                </a:solidFill>
              </a:rPr>
              <a:t>01</a:t>
            </a:r>
          </a:p>
        </p:txBody>
      </p:sp>
      <p:sp>
        <p:nvSpPr>
          <p:cNvPr id="18" name="TextBox 17"/>
          <p:cNvSpPr txBox="1"/>
          <p:nvPr/>
        </p:nvSpPr>
        <p:spPr>
          <a:xfrm>
            <a:off x="370000" y="670000"/>
            <a:ext cx="3660000" cy="280000"/>
          </a:xfrm>
          <a:prstGeom prst="rect">
            <a:avLst/>
          </a:prstGeom>
          <a:noFill/>
        </p:spPr>
        <p:txBody>
          <a:bodyPr wrap="square">
            <a:spAutoFit/>
          </a:bodyPr>
          <a:lstStyle/>
          <a:p>
            <a:pPr algn="l"/>
            <a:r>
              <a:rPr b="1" sz="1200">
                <a:solidFill>
                  <a:srgbClr val="FFFFFF"/>
                </a:solidFill>
              </a:rPr>
              <a:t>Génération automatique des fiches BIA</a:t>
            </a:r>
          </a:p>
        </p:txBody>
      </p:sp>
      <p:sp>
        <p:nvSpPr>
          <p:cNvPr id="19" name="TextBox 18"/>
          <p:cNvSpPr txBox="1"/>
          <p:nvPr/>
        </p:nvSpPr>
        <p:spPr>
          <a:xfrm>
            <a:off x="370000" y="960000"/>
            <a:ext cx="3920000" cy="820000"/>
          </a:xfrm>
          <a:prstGeom prst="rect">
            <a:avLst/>
          </a:prstGeom>
          <a:noFill/>
        </p:spPr>
        <p:txBody>
          <a:bodyPr wrap="square">
            <a:spAutoFit/>
          </a:bodyPr>
          <a:lstStyle/>
          <a:p>
            <a:pPr algn="l"/>
            <a:r>
              <a:rPr b="0" sz="900">
                <a:solidFill>
                  <a:srgbClr val="CCCCCC"/>
                </a:solidFill>
              </a:rPr>
              <a:t>Crée un document Word complet par département à partir du fichier de recensement Excel et du template BIA. Nom du département, contact, date, référence : tout est rempli automatiquement.</a:t>
            </a:r>
          </a:p>
        </p:txBody>
      </p:sp>
      <p:sp>
        <p:nvSpPr>
          <p:cNvPr id="20" name="Rectangle 19"/>
          <p:cNvSpPr/>
          <p:nvPr/>
        </p:nvSpPr>
        <p:spPr>
          <a:xfrm>
            <a:off x="4650000" y="620000"/>
            <a:ext cx="4040000" cy="1190000"/>
          </a:xfrm>
          <a:prstGeom prst="rect">
            <a:avLst/>
          </a:prstGeom>
          <a:solidFill>
            <a:srgbClr val="16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50000" y="620000"/>
            <a:ext cx="14000" cy="1190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70000" y="650000"/>
            <a:ext cx="290000" cy="260000"/>
          </a:xfrm>
          <a:prstGeom prst="rect">
            <a:avLst/>
          </a:prstGeom>
          <a:noFill/>
        </p:spPr>
        <p:txBody>
          <a:bodyPr wrap="square">
            <a:spAutoFit/>
          </a:bodyPr>
          <a:lstStyle/>
          <a:p>
            <a:pPr algn="r"/>
            <a:r>
              <a:rPr b="1" sz="2200">
                <a:solidFill>
                  <a:srgbClr val="404055"/>
                </a:solidFill>
              </a:rPr>
              <a:t>02</a:t>
            </a:r>
          </a:p>
        </p:txBody>
      </p:sp>
      <p:sp>
        <p:nvSpPr>
          <p:cNvPr id="23" name="TextBox 22"/>
          <p:cNvSpPr txBox="1"/>
          <p:nvPr/>
        </p:nvSpPr>
        <p:spPr>
          <a:xfrm>
            <a:off x="4710000" y="670000"/>
            <a:ext cx="3660000" cy="280000"/>
          </a:xfrm>
          <a:prstGeom prst="rect">
            <a:avLst/>
          </a:prstGeom>
          <a:noFill/>
        </p:spPr>
        <p:txBody>
          <a:bodyPr wrap="square">
            <a:spAutoFit/>
          </a:bodyPr>
          <a:lstStyle/>
          <a:p>
            <a:pPr algn="l"/>
            <a:r>
              <a:rPr b="1" sz="1200">
                <a:solidFill>
                  <a:srgbClr val="FFFFFF"/>
                </a:solidFill>
              </a:rPr>
              <a:t>Détection intelligente du client (IA)</a:t>
            </a:r>
          </a:p>
        </p:txBody>
      </p:sp>
      <p:sp>
        <p:nvSpPr>
          <p:cNvPr id="24" name="TextBox 23"/>
          <p:cNvSpPr txBox="1"/>
          <p:nvPr/>
        </p:nvSpPr>
        <p:spPr>
          <a:xfrm>
            <a:off x="4710000" y="960000"/>
            <a:ext cx="3920000" cy="820000"/>
          </a:xfrm>
          <a:prstGeom prst="rect">
            <a:avLst/>
          </a:prstGeom>
          <a:noFill/>
        </p:spPr>
        <p:txBody>
          <a:bodyPr wrap="square">
            <a:spAutoFit/>
          </a:bodyPr>
          <a:lstStyle/>
          <a:p>
            <a:pPr algn="l"/>
            <a:r>
              <a:rPr b="0" sz="900">
                <a:solidFill>
                  <a:srgbClr val="CCCCCC"/>
                </a:solidFill>
              </a:rPr>
              <a:t>GPT-4o Vision analyse les images du fichier Excel pour identifier le nom exact et le logo du client. Les documents sont personnalisés sans aucune saisie manuelle.</a:t>
            </a:r>
          </a:p>
        </p:txBody>
      </p:sp>
      <p:sp>
        <p:nvSpPr>
          <p:cNvPr id="25" name="Rectangle 24"/>
          <p:cNvSpPr/>
          <p:nvPr/>
        </p:nvSpPr>
        <p:spPr>
          <a:xfrm>
            <a:off x="310000" y="1910000"/>
            <a:ext cx="4040000" cy="1190000"/>
          </a:xfrm>
          <a:prstGeom prst="rect">
            <a:avLst/>
          </a:prstGeom>
          <a:solidFill>
            <a:srgbClr val="16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000" y="1910000"/>
            <a:ext cx="14000" cy="1190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30000" y="1940000"/>
            <a:ext cx="290000" cy="260000"/>
          </a:xfrm>
          <a:prstGeom prst="rect">
            <a:avLst/>
          </a:prstGeom>
          <a:noFill/>
        </p:spPr>
        <p:txBody>
          <a:bodyPr wrap="square">
            <a:spAutoFit/>
          </a:bodyPr>
          <a:lstStyle/>
          <a:p>
            <a:pPr algn="r"/>
            <a:r>
              <a:rPr b="1" sz="2200">
                <a:solidFill>
                  <a:srgbClr val="404055"/>
                </a:solidFill>
              </a:rPr>
              <a:t>03</a:t>
            </a:r>
          </a:p>
        </p:txBody>
      </p:sp>
      <p:sp>
        <p:nvSpPr>
          <p:cNvPr id="28" name="TextBox 27"/>
          <p:cNvSpPr txBox="1"/>
          <p:nvPr/>
        </p:nvSpPr>
        <p:spPr>
          <a:xfrm>
            <a:off x="370000" y="1960000"/>
            <a:ext cx="3660000" cy="280000"/>
          </a:xfrm>
          <a:prstGeom prst="rect">
            <a:avLst/>
          </a:prstGeom>
          <a:noFill/>
        </p:spPr>
        <p:txBody>
          <a:bodyPr wrap="square">
            <a:spAutoFit/>
          </a:bodyPr>
          <a:lstStyle/>
          <a:p>
            <a:pPr algn="l"/>
            <a:r>
              <a:rPr b="1" sz="1200">
                <a:solidFill>
                  <a:srgbClr val="FFFFFF"/>
                </a:solidFill>
              </a:rPr>
              <a:t>Consolidation de la Synthèse BIA</a:t>
            </a:r>
          </a:p>
        </p:txBody>
      </p:sp>
      <p:sp>
        <p:nvSpPr>
          <p:cNvPr id="29" name="TextBox 28"/>
          <p:cNvSpPr txBox="1"/>
          <p:nvPr/>
        </p:nvSpPr>
        <p:spPr>
          <a:xfrm>
            <a:off x="370000" y="2250000"/>
            <a:ext cx="3920000" cy="820000"/>
          </a:xfrm>
          <a:prstGeom prst="rect">
            <a:avLst/>
          </a:prstGeom>
          <a:noFill/>
        </p:spPr>
        <p:txBody>
          <a:bodyPr wrap="square">
            <a:spAutoFit/>
          </a:bodyPr>
          <a:lstStyle/>
          <a:p>
            <a:pPr algn="l"/>
            <a:r>
              <a:rPr b="0" sz="900">
                <a:solidFill>
                  <a:srgbClr val="CCCCCC"/>
                </a:solidFill>
              </a:rPr>
              <a:t>Lit toutes les fiches individuelles et remplit le tableau Synthèse BIA Excel avec les données clés (processus, criticité, RTO, RPO, dépendances) — prêt pour livraison en moins de 30 s.</a:t>
            </a:r>
          </a:p>
        </p:txBody>
      </p:sp>
      <p:sp>
        <p:nvSpPr>
          <p:cNvPr id="30" name="Rectangle 29"/>
          <p:cNvSpPr/>
          <p:nvPr/>
        </p:nvSpPr>
        <p:spPr>
          <a:xfrm>
            <a:off x="4650000" y="1910000"/>
            <a:ext cx="4040000" cy="1190000"/>
          </a:xfrm>
          <a:prstGeom prst="rect">
            <a:avLst/>
          </a:prstGeom>
          <a:solidFill>
            <a:srgbClr val="16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50000" y="1910000"/>
            <a:ext cx="14000" cy="1190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70000" y="1940000"/>
            <a:ext cx="290000" cy="260000"/>
          </a:xfrm>
          <a:prstGeom prst="rect">
            <a:avLst/>
          </a:prstGeom>
          <a:noFill/>
        </p:spPr>
        <p:txBody>
          <a:bodyPr wrap="square">
            <a:spAutoFit/>
          </a:bodyPr>
          <a:lstStyle/>
          <a:p>
            <a:pPr algn="r"/>
            <a:r>
              <a:rPr b="1" sz="2200">
                <a:solidFill>
                  <a:srgbClr val="404055"/>
                </a:solidFill>
              </a:rPr>
              <a:t>04</a:t>
            </a:r>
          </a:p>
        </p:txBody>
      </p:sp>
      <p:sp>
        <p:nvSpPr>
          <p:cNvPr id="33" name="TextBox 32"/>
          <p:cNvSpPr txBox="1"/>
          <p:nvPr/>
        </p:nvSpPr>
        <p:spPr>
          <a:xfrm>
            <a:off x="4710000" y="1960000"/>
            <a:ext cx="3660000" cy="280000"/>
          </a:xfrm>
          <a:prstGeom prst="rect">
            <a:avLst/>
          </a:prstGeom>
          <a:noFill/>
        </p:spPr>
        <p:txBody>
          <a:bodyPr wrap="square">
            <a:spAutoFit/>
          </a:bodyPr>
          <a:lstStyle/>
          <a:p>
            <a:pPr algn="l"/>
            <a:r>
              <a:rPr b="1" sz="1200">
                <a:solidFill>
                  <a:srgbClr val="FFFFFF"/>
                </a:solidFill>
              </a:rPr>
              <a:t>Interface web — aucune installation</a:t>
            </a:r>
          </a:p>
        </p:txBody>
      </p:sp>
      <p:sp>
        <p:nvSpPr>
          <p:cNvPr id="34" name="TextBox 33"/>
          <p:cNvSpPr txBox="1"/>
          <p:nvPr/>
        </p:nvSpPr>
        <p:spPr>
          <a:xfrm>
            <a:off x="4710000" y="2250000"/>
            <a:ext cx="3920000" cy="820000"/>
          </a:xfrm>
          <a:prstGeom prst="rect">
            <a:avLst/>
          </a:prstGeom>
          <a:noFill/>
        </p:spPr>
        <p:txBody>
          <a:bodyPr wrap="square">
            <a:spAutoFit/>
          </a:bodyPr>
          <a:lstStyle/>
          <a:p>
            <a:pPr algn="l"/>
            <a:r>
              <a:rPr b="0" sz="900">
                <a:solidFill>
                  <a:srgbClr val="CCCCCC"/>
                </a:solidFill>
              </a:rPr>
              <a:t>Accessible depuis n'importe quel navigateur sur le réseau de l'entreprise. Les consultants n'ont rien à installer ni à configurer.</a:t>
            </a:r>
          </a:p>
        </p:txBody>
      </p:sp>
      <p:sp>
        <p:nvSpPr>
          <p:cNvPr id="35" name="Rectangle 34"/>
          <p:cNvSpPr/>
          <p:nvPr/>
        </p:nvSpPr>
        <p:spPr>
          <a:xfrm>
            <a:off x="310000" y="3200000"/>
            <a:ext cx="4040000" cy="1190000"/>
          </a:xfrm>
          <a:prstGeom prst="rect">
            <a:avLst/>
          </a:prstGeom>
          <a:solidFill>
            <a:srgbClr val="16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000" y="3200000"/>
            <a:ext cx="14000" cy="1190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30000" y="3230000"/>
            <a:ext cx="290000" cy="260000"/>
          </a:xfrm>
          <a:prstGeom prst="rect">
            <a:avLst/>
          </a:prstGeom>
          <a:noFill/>
        </p:spPr>
        <p:txBody>
          <a:bodyPr wrap="square">
            <a:spAutoFit/>
          </a:bodyPr>
          <a:lstStyle/>
          <a:p>
            <a:pPr algn="r"/>
            <a:r>
              <a:rPr b="1" sz="2200">
                <a:solidFill>
                  <a:srgbClr val="404055"/>
                </a:solidFill>
              </a:rPr>
              <a:t>05</a:t>
            </a:r>
          </a:p>
        </p:txBody>
      </p:sp>
      <p:sp>
        <p:nvSpPr>
          <p:cNvPr id="38" name="TextBox 37"/>
          <p:cNvSpPr txBox="1"/>
          <p:nvPr/>
        </p:nvSpPr>
        <p:spPr>
          <a:xfrm>
            <a:off x="370000" y="3250000"/>
            <a:ext cx="3660000" cy="280000"/>
          </a:xfrm>
          <a:prstGeom prst="rect">
            <a:avLst/>
          </a:prstGeom>
          <a:noFill/>
        </p:spPr>
        <p:txBody>
          <a:bodyPr wrap="square">
            <a:spAutoFit/>
          </a:bodyPr>
          <a:lstStyle/>
          <a:p>
            <a:pPr algn="l"/>
            <a:r>
              <a:rPr b="1" sz="1200">
                <a:solidFill>
                  <a:srgbClr val="FFFFFF"/>
                </a:solidFill>
              </a:rPr>
              <a:t>Export packagé en un clic</a:t>
            </a:r>
          </a:p>
        </p:txBody>
      </p:sp>
      <p:sp>
        <p:nvSpPr>
          <p:cNvPr id="39" name="TextBox 38"/>
          <p:cNvSpPr txBox="1"/>
          <p:nvPr/>
        </p:nvSpPr>
        <p:spPr>
          <a:xfrm>
            <a:off x="370000" y="3540000"/>
            <a:ext cx="3920000" cy="820000"/>
          </a:xfrm>
          <a:prstGeom prst="rect">
            <a:avLst/>
          </a:prstGeom>
          <a:noFill/>
        </p:spPr>
        <p:txBody>
          <a:bodyPr wrap="square">
            <a:spAutoFit/>
          </a:bodyPr>
          <a:lstStyle/>
          <a:p>
            <a:pPr algn="l"/>
            <a:r>
              <a:rPr b="0" sz="900">
                <a:solidFill>
                  <a:srgbClr val="CCCCCC"/>
                </a:solidFill>
              </a:rPr>
              <a:t>Toutes les fiches générées sont regroupées dans un fichier ZIP téléchargeable immédiatement. La Synthèse BIA est téléchargeable en un seul fichier Excel.</a:t>
            </a:r>
          </a:p>
        </p:txBody>
      </p:sp>
      <p:sp>
        <p:nvSpPr>
          <p:cNvPr id="40" name="Rectangle 39"/>
          <p:cNvSpPr/>
          <p:nvPr/>
        </p:nvSpPr>
        <p:spPr>
          <a:xfrm>
            <a:off x="4650000" y="3200000"/>
            <a:ext cx="4040000" cy="1190000"/>
          </a:xfrm>
          <a:prstGeom prst="rect">
            <a:avLst/>
          </a:prstGeom>
          <a:solidFill>
            <a:srgbClr val="16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650000" y="3200000"/>
            <a:ext cx="14000" cy="1190000"/>
          </a:xfrm>
          <a:prstGeom prst="rect">
            <a:avLst/>
          </a:prstGeom>
          <a:solidFill>
            <a:srgbClr val="EF4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70000" y="3230000"/>
            <a:ext cx="290000" cy="260000"/>
          </a:xfrm>
          <a:prstGeom prst="rect">
            <a:avLst/>
          </a:prstGeom>
          <a:noFill/>
        </p:spPr>
        <p:txBody>
          <a:bodyPr wrap="square">
            <a:spAutoFit/>
          </a:bodyPr>
          <a:lstStyle/>
          <a:p>
            <a:pPr algn="r"/>
            <a:r>
              <a:rPr b="1" sz="2200">
                <a:solidFill>
                  <a:srgbClr val="404055"/>
                </a:solidFill>
              </a:rPr>
              <a:t>06</a:t>
            </a:r>
          </a:p>
        </p:txBody>
      </p:sp>
      <p:sp>
        <p:nvSpPr>
          <p:cNvPr id="43" name="TextBox 42"/>
          <p:cNvSpPr txBox="1"/>
          <p:nvPr/>
        </p:nvSpPr>
        <p:spPr>
          <a:xfrm>
            <a:off x="4710000" y="3250000"/>
            <a:ext cx="3660000" cy="280000"/>
          </a:xfrm>
          <a:prstGeom prst="rect">
            <a:avLst/>
          </a:prstGeom>
          <a:noFill/>
        </p:spPr>
        <p:txBody>
          <a:bodyPr wrap="square">
            <a:spAutoFit/>
          </a:bodyPr>
          <a:lstStyle/>
          <a:p>
            <a:pPr algn="l"/>
            <a:r>
              <a:rPr b="1" sz="1200">
                <a:solidFill>
                  <a:srgbClr val="FFFFFF"/>
                </a:solidFill>
              </a:rPr>
              <a:t>Réutilisable pour tout client</a:t>
            </a:r>
          </a:p>
        </p:txBody>
      </p:sp>
      <p:sp>
        <p:nvSpPr>
          <p:cNvPr id="44" name="TextBox 43"/>
          <p:cNvSpPr txBox="1"/>
          <p:nvPr/>
        </p:nvSpPr>
        <p:spPr>
          <a:xfrm>
            <a:off x="4710000" y="3540000"/>
            <a:ext cx="3920000" cy="820000"/>
          </a:xfrm>
          <a:prstGeom prst="rect">
            <a:avLst/>
          </a:prstGeom>
          <a:noFill/>
        </p:spPr>
        <p:txBody>
          <a:bodyPr wrap="square">
            <a:spAutoFit/>
          </a:bodyPr>
          <a:lstStyle/>
          <a:p>
            <a:pPr algn="l"/>
            <a:r>
              <a:rPr b="0" sz="900">
                <a:solidFill>
                  <a:srgbClr val="CCCCCC"/>
                </a:solidFill>
              </a:rPr>
              <a:t>Fonctionne pour n'importe quel engagement BIA Devoteam sans modification du code. Il suffit de changer les fichiers d'entrée pour chaque nouveau projet.</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